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b846859a2c4dc4" /><Relationship Type="http://schemas.openxmlformats.org/officeDocument/2006/relationships/extended-properties" Target="/docProps/app.xml" Id="Rc94a139c5964482f" /><Relationship Type="http://schemas.openxmlformats.org/officeDocument/2006/relationships/officeDocument" Target="/ppt/presentation.xml" Id="R81b78d2afefe4dc4" /></Relationships>
</file>

<file path=ppt/presentation.xml><?xml version="1.0" encoding="utf-8"?>
<p:presentation xmlns:p="http://schemas.openxmlformats.org/presentationml/2006/main">
  <p:sldMasterIdLst>
    <p:sldMasterId xmlns:r="http://schemas.openxmlformats.org/officeDocument/2006/relationships" id="2147483648" r:id="R8be597b8eb504317"/>
  </p:sldMasterIdLst>
  <p:notesMasterIdLst>
    <p:notesMasterId xmlns:r="http://schemas.openxmlformats.org/officeDocument/2006/relationships" r:id="Rdb0d59605991436f"/>
  </p:notesMasterIdLst>
  <p:sldIdLst>
    <p:sldId xmlns:r="http://schemas.openxmlformats.org/officeDocument/2006/relationships" id="256" r:id="Rb2edf3d195994fe9"/>
    <p:sldId xmlns:r="http://schemas.openxmlformats.org/officeDocument/2006/relationships" id="257" r:id="R27b49038f7854413"/>
    <p:sldId xmlns:r="http://schemas.openxmlformats.org/officeDocument/2006/relationships" id="258" r:id="Rc0b87bea1f3640a3"/>
    <p:sldId xmlns:r="http://schemas.openxmlformats.org/officeDocument/2006/relationships" id="259" r:id="Rf3a4fb8091e04c3c"/>
    <p:sldId xmlns:r="http://schemas.openxmlformats.org/officeDocument/2006/relationships" id="260" r:id="R370a312409dc4d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96d75b20e34534" /><Relationship Type="http://schemas.openxmlformats.org/officeDocument/2006/relationships/slideMaster" Target="/ppt/slideMasters/slideMaster1.xml" Id="R8be597b8eb504317" /><Relationship Type="http://schemas.openxmlformats.org/officeDocument/2006/relationships/notesMaster" Target="/ppt/notesMasters/notesMaster1.xml" Id="Rdb0d59605991436f" /><Relationship Type="http://schemas.openxmlformats.org/officeDocument/2006/relationships/presProps" Target="/ppt/presProps.xml" Id="R5ee4063069764a2e" /><Relationship Type="http://schemas.openxmlformats.org/officeDocument/2006/relationships/tableStyles" Target="/ppt/tableStyles.xml" Id="R45ea2bdeb0a148e5" /><Relationship Type="http://schemas.openxmlformats.org/officeDocument/2006/relationships/slide" Target="/ppt/slides/slide1.xml" Id="Rb2edf3d195994fe9" /><Relationship Type="http://schemas.openxmlformats.org/officeDocument/2006/relationships/slide" Target="/ppt/slides/slide2.xml" Id="R27b49038f7854413" /><Relationship Type="http://schemas.openxmlformats.org/officeDocument/2006/relationships/slide" Target="/ppt/slides/slide3.xml" Id="Rc0b87bea1f3640a3" /><Relationship Type="http://schemas.openxmlformats.org/officeDocument/2006/relationships/slide" Target="/ppt/slides/slide4.xml" Id="Rf3a4fb8091e04c3c" /><Relationship Type="http://schemas.openxmlformats.org/officeDocument/2006/relationships/slide" Target="/ppt/slides/slide5.xml" Id="R370a312409dc4d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ec2bf5879147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02ecbafeed423b" /><Relationship Type="http://schemas.openxmlformats.org/officeDocument/2006/relationships/notesMaster" Target="/ppt/notesMasters/notesMaster1.xml" Id="R35c11045cfa148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4fa0e964814ae5" /><Relationship Type="http://schemas.openxmlformats.org/officeDocument/2006/relationships/notesMaster" Target="/ppt/notesMasters/notesMaster1.xml" Id="R9eae43b1dfd44e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f74ec66ae54ecb" /><Relationship Type="http://schemas.openxmlformats.org/officeDocument/2006/relationships/notesMaster" Target="/ppt/notesMasters/notesMaster1.xml" Id="Rc8be4ecd75824d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ac0e280f0f44b5" /><Relationship Type="http://schemas.openxmlformats.org/officeDocument/2006/relationships/notesMaster" Target="/ppt/notesMasters/notesMaster1.xml" Id="Rc1f8aba119974d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96c8af090e42e6" /><Relationship Type="http://schemas.openxmlformats.org/officeDocument/2006/relationships/notesMaster" Target="/ppt/notesMasters/notesMaster1.xml" Id="Ref3cd8db6c0f41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 Bot V1 son eklemelerinin kısa özeti. Özellik açıklamaları güncel README ve uygulama kaynaklarına dayanır.</a:t>
            </a:r>
          </a:p>
          <a:p xmlns:a="http://schemas.openxmlformats.org/drawingml/2006/main">
            <a:r>
              <a:t/>
            </a:r>
          </a:p>
          <a:p xmlns:a="http://schemas.openxmlformats.org/drawingml/2006/main">
            <a:r>
              <a:t>Kaynak: README.md; src/app.ts; src/skills.ts; src/mcp-presets.ts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Effort düzeyi menüden veya --effort ile seçilir. Model yeteneği farklılık gösterebilir; desteklenmeyen düzeyin eşlenmesi kullanıcıya bildirilir. Ultracode oturum başına açılır ve kod incelemesi salt okunur yürütülür.</a:t>
            </a:r>
          </a:p>
          <a:p xmlns:a="http://schemas.openxmlformats.org/drawingml/2006/main">
            <a:r>
              <a:t/>
            </a:r>
          </a:p>
          <a:p xmlns:a="http://schemas.openxmlformats.org/drawingml/2006/main">
            <a:r>
              <a:t>Kaynak: src/effort.ts; src/config.ts; src/app.ts; src/ultracode.ts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Beceri komutları yanında Türkçe ve İngilizce anahtar kelimeler de tanınır. Frontend tasarımı çıktısı çalışan UI kodudur; imagegen ayrı raster üretim aracıdır.</a:t>
            </a:r>
          </a:p>
          <a:p xmlns:a="http://schemas.openxmlformats.org/drawingml/2006/main">
            <a:r>
              <a:t/>
            </a:r>
          </a:p>
          <a:p xmlns:a="http://schemas.openxmlformats.org/drawingml/2006/main">
            <a:r>
              <a:t>Kaynak: src/skills.ts; src/tools/image.ts;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Vercel bağlantısı Vercel API tokenı kullanan T Bot yerel MCP adaptörüdür; resmi hosted OAuth MCP değildir. Supabase resmi uzak MCP ve PAT kullanır. GitHub resmi uzak MCP ve PAT kullanır. Kullanım token ve hesap yetkilerine bağlıdır. Gerçek servis bağlantısı veya dağıtım denenmedi.</a:t>
            </a:r>
          </a:p>
          <a:p xmlns:a="http://schemas.openxmlformats.org/drawingml/2006/main">
            <a:r>
              <a:t/>
            </a:r>
          </a:p>
          <a:p xmlns:a="http://schemas.openxmlformats.org/drawingml/2006/main">
            <a:r>
              <a:t>Kaynak: src/mcp-presets.ts; src/mcp-vercel.ts;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Komut adları kullanıcıya dönük kısa başlangıç noktalarıdır. Tüm işlemler için --help ve /help kullanılabilir. Canlı model veya bulut servisi doğrulaması bu sunum çalışması kapsamında yapılmadı.</a:t>
            </a:r>
          </a:p>
          <a:p xmlns:a="http://schemas.openxmlformats.org/drawingml/2006/main">
            <a:r>
              <a:t/>
            </a:r>
          </a:p>
          <a:p xmlns:a="http://schemas.openxmlformats.org/drawingml/2006/main">
            <a:r>
              <a:t>Kaynak: README.md; src/app.ts; docs/install.md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e04e9793334c5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7343cb6b264e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652533c84146a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c201bb4fb140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b2bd57a5c143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95a01c65a743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295680-3CCC-4B1D-A3F5-8C30DA55D43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D7DE6A-8A1E-4292-89F4-7C51DC3D72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E079B4-AEF2-4B88-B147-5224165E47B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D24A35-CD37-4AC9-A4DE-B2F6CD3D96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F5EAA25-A286-4497-ACD3-7CF0821329A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73B9C2-EBC3-4B58-8A6A-D9C6859F51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83004E-97AD-4461-B6BB-C5CA6E8896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558216B-CFB5-463C-8EE2-F2D84C417A2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E4CCE5-BB1A-4973-8187-CCF63A6343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44DD5F-44DE-4D0C-B7A6-8B49771516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6700b326194a96" /><Relationship Type="http://schemas.openxmlformats.org/officeDocument/2006/relationships/slideLayout" Target="/ppt/slideLayouts/slideLayout1.xml" Id="R68ba2f59d6ca444f" /><Relationship Type="http://schemas.openxmlformats.org/officeDocument/2006/relationships/slideLayout" Target="/ppt/slideLayouts/slideLayout2.xml" Id="Rf6eeec402c0945cb" /><Relationship Type="http://schemas.openxmlformats.org/officeDocument/2006/relationships/slideLayout" Target="/ppt/slideLayouts/slideLayout3.xml" Id="R3a409aa87cd84e51" /><Relationship Type="http://schemas.openxmlformats.org/officeDocument/2006/relationships/slideLayout" Target="/ppt/slideLayouts/slideLayout4.xml" Id="R12ca7cdd892946e3" /><Relationship Type="http://schemas.openxmlformats.org/officeDocument/2006/relationships/slideLayout" Target="/ppt/slideLayouts/slideLayout5.xml" Id="R70e7dc938d804690" /><Relationship Type="http://schemas.openxmlformats.org/officeDocument/2006/relationships/slideLayout" Target="/ppt/slideLayouts/slideLayout6.xml" Id="R60ff46a06bd54b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ba2f59d6ca444f"/>
    <p:sldLayoutId xmlns:r="http://schemas.openxmlformats.org/officeDocument/2006/relationships" id="2147483650" r:id="Rf6eeec402c0945cb"/>
    <p:sldLayoutId xmlns:r="http://schemas.openxmlformats.org/officeDocument/2006/relationships" id="2147483651" r:id="R3a409aa87cd84e51"/>
    <p:sldLayoutId xmlns:r="http://schemas.openxmlformats.org/officeDocument/2006/relationships" id="2147483652" r:id="R12ca7cdd892946e3"/>
    <p:sldLayoutId xmlns:r="http://schemas.openxmlformats.org/officeDocument/2006/relationships" id="2147483653" r:id="R70e7dc938d804690"/>
    <p:sldLayoutId xmlns:r="http://schemas.openxmlformats.org/officeDocument/2006/relationships" id="2147483654" r:id="R60ff46a06bd54b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8e13ecf0234594" /><Relationship Type="http://schemas.openxmlformats.org/officeDocument/2006/relationships/image" Target="/ppt/media/image.png" Id="Rb4b3acee0c7d41ab" /><Relationship Type="http://schemas.openxmlformats.org/officeDocument/2006/relationships/notesSlide" Target="/ppt/notesSlides/notesSlide1.xml" Id="R1aad67cc5ea945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85936850d1540d9" /><Relationship Type="http://schemas.openxmlformats.org/officeDocument/2006/relationships/notesSlide" Target="/ppt/notesSlides/notesSlide2.xml" Id="Refab2e72b11c4c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2fb6ef68e304ffe" /><Relationship Type="http://schemas.openxmlformats.org/officeDocument/2006/relationships/notesSlide" Target="/ppt/notesSlides/notesSlide3.xml" Id="Rfd2c2aff5b8d42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b5de51699fe41cf" /><Relationship Type="http://schemas.openxmlformats.org/officeDocument/2006/relationships/notesSlide" Target="/ppt/notesSlides/notesSlide4.xml" Id="Ra6bce7b33a1d40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8e62415fc6a4b6a" /><Relationship Type="http://schemas.openxmlformats.org/officeDocument/2006/relationships/notesSlide" Target="/ppt/notesSlides/notesSlide5.xml" Id="R0479159d13e54453" /></Relationships>
</file>

<file path=ppt/slides/slide1.xml><?xml version="1.0" encoding="utf-8"?>
<p:sld xmlns:p="http://schemas.openxmlformats.org/presentationml/2006/main">
  <p:cSld>
    <p:bg>
      <p:bgPr>
        <a:solidFill xmlns:a="http://schemas.openxmlformats.org/drawingml/2006/main">
          <a:srgbClr val="14231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1B19A3A-0722-498E-B5F8-EA37CF58A016}"/>
              </a:ext>
            </a:extLst>
          </p:cNvPr>
          <p:cNvPicPr>
            <a:picLocks xmlns:a="http://schemas.openxmlformats.org/drawingml/2006/main" noChangeAspect="1"/>
          </p:cNvPicPr>
          <p:nvPr/>
        </p:nvPicPr>
        <p:blipFill>
          <a:blip xmlns:r="http://schemas.openxmlformats.org/officeDocument/2006/relationships" xmlns:a="http://schemas.openxmlformats.org/drawingml/2006/main" r:embed="Rb4b3acee0c7d41ab"/>
          <a:stretch xmlns:a="http://schemas.openxmlformats.org/drawingml/2006/main"/>
        </p:blipFill>
        <p:spPr>
          <a:xfrm xmlns:a="http://schemas.openxmlformats.org/drawingml/2006/main">
            <a:off x="685800" y="457497"/>
            <a:ext cx="1790700" cy="647107"/>
          </a:xfrm>
          <a:prstGeom xmlns:a="http://schemas.openxmlformats.org/drawingml/2006/main" prst="rect">
            <a:avLst/>
          </a:prstGeom>
        </p:spPr>
      </p:pic>
      <p:sp>
        <p:nvSpPr>
          <p:cNvPr id="2" name="editable-text">
            <a:extLst xmlns:a="http://schemas.openxmlformats.org/drawingml/2006/main">
              <a:ext uri="{FF2B5EF4-FFF2-40B4-BE49-F238E27FC236}">
                <a16:creationId xmlns:a16="http://schemas.microsoft.com/office/drawing/2014/main" id="{E30B27E4-89B3-48AC-B03F-97579E5847E7}"/>
              </a:ext>
            </a:extLst>
          </p:cNvPr>
          <p:cNvSpPr>
            <a:spLocks xmlns:a="http://schemas.openxmlformats.org/drawingml/2006/main" noGrp="1"/>
          </p:cNvSpPr>
          <p:nvPr/>
        </p:nvSpPr>
        <p:spPr>
          <a:xfrm xmlns:a="http://schemas.openxmlformats.org/drawingml/2006/main">
            <a:off x="704850" y="2000250"/>
            <a:ext cx="952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5850" b="1">
                <a:solidFill>
                  <a:srgbClr val="FFFFFF"/>
                </a:solidFill>
                <a:latin typeface="Arial"/>
                <a:ea typeface="Arial"/>
                <a:cs typeface="Arial"/>
              </a:defRPr>
            </a:defPPr>
            <a:lvl1pPr algn="l">
              <a:defRPr sz="5850" b="1">
                <a:solidFill>
                  <a:srgbClr val="FFFFFF"/>
                </a:solidFill>
                <a:latin typeface="Arial"/>
                <a:ea typeface="Arial"/>
                <a:cs typeface="Arial"/>
              </a:defRPr>
            </a:lvl1pPr>
            <a:lvl2pPr algn="l">
              <a:defRPr sz="5850" b="1">
                <a:solidFill>
                  <a:srgbClr val="FFFFFF"/>
                </a:solidFill>
                <a:latin typeface="Arial"/>
                <a:ea typeface="Arial"/>
                <a:cs typeface="Arial"/>
              </a:defRPr>
            </a:lvl2pPr>
            <a:lvl3pPr algn="l">
              <a:defRPr sz="5850" b="1">
                <a:solidFill>
                  <a:srgbClr val="FFFFFF"/>
                </a:solidFill>
                <a:latin typeface="Arial"/>
                <a:ea typeface="Arial"/>
                <a:cs typeface="Arial"/>
              </a:defRPr>
            </a:lvl3pPr>
            <a:lvl4pPr algn="l">
              <a:defRPr sz="5850" b="1">
                <a:solidFill>
                  <a:srgbClr val="FFFFFF"/>
                </a:solidFill>
                <a:latin typeface="Arial"/>
                <a:ea typeface="Arial"/>
                <a:cs typeface="Arial"/>
              </a:defRPr>
            </a:lvl4pPr>
            <a:lvl5pPr algn="l">
              <a:defRPr sz="5850" b="1">
                <a:solidFill>
                  <a:srgbClr val="FFFFFF"/>
                </a:solidFill>
                <a:latin typeface="Arial"/>
                <a:ea typeface="Arial"/>
                <a:cs typeface="Arial"/>
              </a:defRPr>
            </a:lvl5pPr>
            <a:lvl6pPr algn="l">
              <a:defRPr sz="5850" b="1">
                <a:solidFill>
                  <a:srgbClr val="FFFFFF"/>
                </a:solidFill>
                <a:latin typeface="Arial"/>
                <a:ea typeface="Arial"/>
                <a:cs typeface="Arial"/>
              </a:defRPr>
            </a:lvl6pPr>
            <a:lvl7pPr algn="l">
              <a:defRPr sz="5850" b="1">
                <a:solidFill>
                  <a:srgbClr val="FFFFFF"/>
                </a:solidFill>
                <a:latin typeface="Arial"/>
                <a:ea typeface="Arial"/>
                <a:cs typeface="Arial"/>
              </a:defRPr>
            </a:lvl7pPr>
            <a:lvl8pPr algn="l">
              <a:defRPr sz="5850" b="1">
                <a:solidFill>
                  <a:srgbClr val="FFFFFF"/>
                </a:solidFill>
                <a:latin typeface="Arial"/>
                <a:ea typeface="Arial"/>
                <a:cs typeface="Arial"/>
              </a:defRPr>
            </a:lvl8pPr>
            <a:lvl9pPr algn="l">
              <a:defRPr sz="5850" b="1">
                <a:solidFill>
                  <a:srgbClr val="FFFFFF"/>
                </a:solidFill>
                <a:latin typeface="Arial"/>
                <a:ea typeface="Arial"/>
                <a:cs typeface="Arial"/>
              </a:defRPr>
            </a:lvl9pPr>
          </a:lstStyle>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T Bot</a:t>
            </a:r>
          </a:p>
        </p:txBody>
      </p:sp>
      <p:sp>
        <p:nvSpPr>
          <p:cNvPr id="3" name="editable-text">
            <a:extLst xmlns:a="http://schemas.openxmlformats.org/drawingml/2006/main">
              <a:ext uri="{FF2B5EF4-FFF2-40B4-BE49-F238E27FC236}">
                <a16:creationId xmlns:a16="http://schemas.microsoft.com/office/drawing/2014/main" id="{9C2855EC-748D-4DAD-94FC-AA21BE576142}"/>
              </a:ext>
            </a:extLst>
          </p:cNvPr>
          <p:cNvSpPr>
            <a:spLocks xmlns:a="http://schemas.openxmlformats.org/drawingml/2006/main" noGrp="1"/>
          </p:cNvSpPr>
          <p:nvPr/>
        </p:nvSpPr>
        <p:spPr>
          <a:xfrm xmlns:a="http://schemas.openxmlformats.org/drawingml/2006/main">
            <a:off x="742950" y="3105150"/>
            <a:ext cx="1019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DCEBD8"/>
                </a:solidFill>
                <a:latin typeface="Arial"/>
                <a:ea typeface="Arial"/>
                <a:cs typeface="Arial"/>
              </a:defRPr>
            </a:defPPr>
            <a:lvl1pPr algn="l">
              <a:defRPr sz="3000" b="1">
                <a:solidFill>
                  <a:srgbClr val="DCEBD8"/>
                </a:solidFill>
                <a:latin typeface="Arial"/>
                <a:ea typeface="Arial"/>
                <a:cs typeface="Arial"/>
              </a:defRPr>
            </a:lvl1pPr>
            <a:lvl2pPr algn="l">
              <a:defRPr sz="3000" b="1">
                <a:solidFill>
                  <a:srgbClr val="DCEBD8"/>
                </a:solidFill>
                <a:latin typeface="Arial"/>
                <a:ea typeface="Arial"/>
                <a:cs typeface="Arial"/>
              </a:defRPr>
            </a:lvl2pPr>
            <a:lvl3pPr algn="l">
              <a:defRPr sz="3000" b="1">
                <a:solidFill>
                  <a:srgbClr val="DCEBD8"/>
                </a:solidFill>
                <a:latin typeface="Arial"/>
                <a:ea typeface="Arial"/>
                <a:cs typeface="Arial"/>
              </a:defRPr>
            </a:lvl3pPr>
            <a:lvl4pPr algn="l">
              <a:defRPr sz="3000" b="1">
                <a:solidFill>
                  <a:srgbClr val="DCEBD8"/>
                </a:solidFill>
                <a:latin typeface="Arial"/>
                <a:ea typeface="Arial"/>
                <a:cs typeface="Arial"/>
              </a:defRPr>
            </a:lvl4pPr>
            <a:lvl5pPr algn="l">
              <a:defRPr sz="3000" b="1">
                <a:solidFill>
                  <a:srgbClr val="DCEBD8"/>
                </a:solidFill>
                <a:latin typeface="Arial"/>
                <a:ea typeface="Arial"/>
                <a:cs typeface="Arial"/>
              </a:defRPr>
            </a:lvl5pPr>
            <a:lvl6pPr algn="l">
              <a:defRPr sz="3000" b="1">
                <a:solidFill>
                  <a:srgbClr val="DCEBD8"/>
                </a:solidFill>
                <a:latin typeface="Arial"/>
                <a:ea typeface="Arial"/>
                <a:cs typeface="Arial"/>
              </a:defRPr>
            </a:lvl6pPr>
            <a:lvl7pPr algn="l">
              <a:defRPr sz="3000" b="1">
                <a:solidFill>
                  <a:srgbClr val="DCEBD8"/>
                </a:solidFill>
                <a:latin typeface="Arial"/>
                <a:ea typeface="Arial"/>
                <a:cs typeface="Arial"/>
              </a:defRPr>
            </a:lvl7pPr>
            <a:lvl8pPr algn="l">
              <a:defRPr sz="3000" b="1">
                <a:solidFill>
                  <a:srgbClr val="DCEBD8"/>
                </a:solidFill>
                <a:latin typeface="Arial"/>
                <a:ea typeface="Arial"/>
                <a:cs typeface="Arial"/>
              </a:defRPr>
            </a:lvl8pPr>
            <a:lvl9pPr algn="l">
              <a:defRPr sz="3000" b="1">
                <a:solidFill>
                  <a:srgbClr val="DCEBD8"/>
                </a:solidFill>
                <a:latin typeface="Arial"/>
                <a:ea typeface="Arial"/>
                <a:cs typeface="Arial"/>
              </a:defRPr>
            </a:lvl9pPr>
          </a:lstStyle>
          <a:p xmlns:a="http://schemas.openxmlformats.org/drawingml/2006/main">
            <a:pPr algn="l">
              <a:defRPr sz="3000" b="1">
                <a:solidFill>
                  <a:srgbClr val="DCEBD8"/>
                </a:solidFill>
                <a:latin typeface="Arial"/>
                <a:ea typeface="Arial"/>
                <a:cs typeface="Arial"/>
              </a:defRPr>
            </a:pPr>
            <a:r>
              <a:rPr sz="3000" b="1">
                <a:solidFill>
                  <a:srgbClr val="DCEBD8"/>
                </a:solidFill>
                <a:latin typeface="Arial"/>
                <a:ea typeface="Arial"/>
                <a:cs typeface="Arial"/>
              </a:rPr>
              <a:t>V1 · Son Ekleneler</a:t>
            </a:r>
          </a:p>
        </p:txBody>
      </p:sp>
      <p:sp>
        <p:nvSpPr>
          <p:cNvPr id="4" name="background-or-rule">
            <a:extLst xmlns:a="http://schemas.openxmlformats.org/drawingml/2006/main">
              <a:ext uri="{FF2B5EF4-FFF2-40B4-BE49-F238E27FC236}">
                <a16:creationId xmlns:a16="http://schemas.microsoft.com/office/drawing/2014/main" id="{49599E34-B173-4BF9-9387-64E0D57BB355}"/>
              </a:ext>
            </a:extLst>
          </p:cNvPr>
          <p:cNvSpPr>
            <a:spLocks xmlns:a="http://schemas.openxmlformats.org/drawingml/2006/main" noGrp="1"/>
          </p:cNvSpPr>
          <p:nvPr/>
        </p:nvSpPr>
        <p:spPr>
          <a:xfrm xmlns:a="http://schemas.openxmlformats.org/drawingml/2006/main">
            <a:off x="742950" y="4000500"/>
            <a:ext cx="1428750" cy="47625"/>
          </a:xfrm>
          <a:prstGeom xmlns:a="http://schemas.openxmlformats.org/drawingml/2006/main" prst="rect">
            <a:avLst/>
          </a:prstGeom>
          <a:solidFill xmlns:a="http://schemas.openxmlformats.org/drawingml/2006/main">
            <a:srgbClr val="78B82A"/>
          </a:solidFill>
          <a:ln xmlns:a="http://schemas.openxmlformats.org/drawingml/2006/main" w="0">
            <a:noFill/>
            <a:prstDash val="solid"/>
          </a:ln>
        </p:spPr>
      </p:sp>
      <p:sp>
        <p:nvSpPr>
          <p:cNvPr id="5" name="editable-text">
            <a:extLst xmlns:a="http://schemas.openxmlformats.org/drawingml/2006/main">
              <a:ext uri="{FF2B5EF4-FFF2-40B4-BE49-F238E27FC236}">
                <a16:creationId xmlns:a16="http://schemas.microsoft.com/office/drawing/2014/main" id="{64AAEAB6-6900-46BC-8DAD-B89AAE5FAB45}"/>
              </a:ext>
            </a:extLst>
          </p:cNvPr>
          <p:cNvSpPr>
            <a:spLocks xmlns:a="http://schemas.openxmlformats.org/drawingml/2006/main" noGrp="1"/>
          </p:cNvSpPr>
          <p:nvPr/>
        </p:nvSpPr>
        <p:spPr>
          <a:xfrm xmlns:a="http://schemas.openxmlformats.org/drawingml/2006/main">
            <a:off x="742950" y="441960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DCEBD8"/>
                </a:solidFill>
                <a:latin typeface="Arial"/>
                <a:ea typeface="Arial"/>
                <a:cs typeface="Arial"/>
              </a:defRPr>
            </a:defPPr>
            <a:lvl1pPr algn="l">
              <a:defRPr sz="2025" b="0">
                <a:solidFill>
                  <a:srgbClr val="DCEBD8"/>
                </a:solidFill>
                <a:latin typeface="Arial"/>
                <a:ea typeface="Arial"/>
                <a:cs typeface="Arial"/>
              </a:defRPr>
            </a:lvl1pPr>
            <a:lvl2pPr algn="l">
              <a:defRPr sz="2025" b="0">
                <a:solidFill>
                  <a:srgbClr val="DCEBD8"/>
                </a:solidFill>
                <a:latin typeface="Arial"/>
                <a:ea typeface="Arial"/>
                <a:cs typeface="Arial"/>
              </a:defRPr>
            </a:lvl2pPr>
            <a:lvl3pPr algn="l">
              <a:defRPr sz="2025" b="0">
                <a:solidFill>
                  <a:srgbClr val="DCEBD8"/>
                </a:solidFill>
                <a:latin typeface="Arial"/>
                <a:ea typeface="Arial"/>
                <a:cs typeface="Arial"/>
              </a:defRPr>
            </a:lvl3pPr>
            <a:lvl4pPr algn="l">
              <a:defRPr sz="2025" b="0">
                <a:solidFill>
                  <a:srgbClr val="DCEBD8"/>
                </a:solidFill>
                <a:latin typeface="Arial"/>
                <a:ea typeface="Arial"/>
                <a:cs typeface="Arial"/>
              </a:defRPr>
            </a:lvl4pPr>
            <a:lvl5pPr algn="l">
              <a:defRPr sz="2025" b="0">
                <a:solidFill>
                  <a:srgbClr val="DCEBD8"/>
                </a:solidFill>
                <a:latin typeface="Arial"/>
                <a:ea typeface="Arial"/>
                <a:cs typeface="Arial"/>
              </a:defRPr>
            </a:lvl5pPr>
            <a:lvl6pPr algn="l">
              <a:defRPr sz="2025" b="0">
                <a:solidFill>
                  <a:srgbClr val="DCEBD8"/>
                </a:solidFill>
                <a:latin typeface="Arial"/>
                <a:ea typeface="Arial"/>
                <a:cs typeface="Arial"/>
              </a:defRPr>
            </a:lvl6pPr>
            <a:lvl7pPr algn="l">
              <a:defRPr sz="2025" b="0">
                <a:solidFill>
                  <a:srgbClr val="DCEBD8"/>
                </a:solidFill>
                <a:latin typeface="Arial"/>
                <a:ea typeface="Arial"/>
                <a:cs typeface="Arial"/>
              </a:defRPr>
            </a:lvl7pPr>
            <a:lvl8pPr algn="l">
              <a:defRPr sz="2025" b="0">
                <a:solidFill>
                  <a:srgbClr val="DCEBD8"/>
                </a:solidFill>
                <a:latin typeface="Arial"/>
                <a:ea typeface="Arial"/>
                <a:cs typeface="Arial"/>
              </a:defRPr>
            </a:lvl8pPr>
            <a:lvl9pPr algn="l">
              <a:defRPr sz="2025" b="0">
                <a:solidFill>
                  <a:srgbClr val="DCEBD8"/>
                </a:solidFill>
                <a:latin typeface="Arial"/>
                <a:ea typeface="Arial"/>
                <a:cs typeface="Arial"/>
              </a:defRPr>
            </a:lvl9pPr>
          </a:lstStyle>
          <a:p xmlns:a="http://schemas.openxmlformats.org/drawingml/2006/main">
            <a:pPr algn="l">
              <a:defRPr sz="2025" b="0">
                <a:solidFill>
                  <a:srgbClr val="DCEBD8"/>
                </a:solidFill>
                <a:latin typeface="Arial"/>
                <a:ea typeface="Arial"/>
                <a:cs typeface="Arial"/>
              </a:defRPr>
            </a:pPr>
            <a:r>
              <a:rPr sz="2025" b="0">
                <a:solidFill>
                  <a:srgbClr val="DCEBD8"/>
                </a:solidFill>
                <a:latin typeface="Arial"/>
                <a:ea typeface="Arial"/>
                <a:cs typeface="Arial"/>
              </a:rPr>
              <a:t>Model kontrolü · Yerleşik beceriler · MCP bağlantıları</a:t>
            </a:r>
          </a:p>
        </p:txBody>
      </p:sp>
      <p:sp>
        <p:nvSpPr>
          <p:cNvPr id="6" name="editable-text">
            <a:extLst xmlns:a="http://schemas.openxmlformats.org/drawingml/2006/main">
              <a:ext uri="{FF2B5EF4-FFF2-40B4-BE49-F238E27FC236}">
                <a16:creationId xmlns:a16="http://schemas.microsoft.com/office/drawing/2014/main" id="{24C2B93D-CBB9-4376-9293-B5E7C2B0F274}"/>
              </a:ext>
            </a:extLst>
          </p:cNvPr>
          <p:cNvSpPr>
            <a:spLocks xmlns:a="http://schemas.openxmlformats.org/drawingml/2006/main" noGrp="1"/>
          </p:cNvSpPr>
          <p:nvPr/>
        </p:nvSpPr>
        <p:spPr>
          <a:xfrm xmlns:a="http://schemas.openxmlformats.org/drawingml/2006/main">
            <a:off x="742950" y="5953125"/>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B8C9B3"/>
                </a:solidFill>
                <a:latin typeface="Arial"/>
                <a:ea typeface="Arial"/>
                <a:cs typeface="Arial"/>
              </a:defRPr>
            </a:defPPr>
            <a:lvl1pPr algn="l">
              <a:defRPr sz="1500" b="0">
                <a:solidFill>
                  <a:srgbClr val="B8C9B3"/>
                </a:solidFill>
                <a:latin typeface="Arial"/>
                <a:ea typeface="Arial"/>
                <a:cs typeface="Arial"/>
              </a:defRPr>
            </a:lvl1pPr>
            <a:lvl2pPr algn="l">
              <a:defRPr sz="1500" b="0">
                <a:solidFill>
                  <a:srgbClr val="B8C9B3"/>
                </a:solidFill>
                <a:latin typeface="Arial"/>
                <a:ea typeface="Arial"/>
                <a:cs typeface="Arial"/>
              </a:defRPr>
            </a:lvl2pPr>
            <a:lvl3pPr algn="l">
              <a:defRPr sz="1500" b="0">
                <a:solidFill>
                  <a:srgbClr val="B8C9B3"/>
                </a:solidFill>
                <a:latin typeface="Arial"/>
                <a:ea typeface="Arial"/>
                <a:cs typeface="Arial"/>
              </a:defRPr>
            </a:lvl3pPr>
            <a:lvl4pPr algn="l">
              <a:defRPr sz="1500" b="0">
                <a:solidFill>
                  <a:srgbClr val="B8C9B3"/>
                </a:solidFill>
                <a:latin typeface="Arial"/>
                <a:ea typeface="Arial"/>
                <a:cs typeface="Arial"/>
              </a:defRPr>
            </a:lvl4pPr>
            <a:lvl5pPr algn="l">
              <a:defRPr sz="1500" b="0">
                <a:solidFill>
                  <a:srgbClr val="B8C9B3"/>
                </a:solidFill>
                <a:latin typeface="Arial"/>
                <a:ea typeface="Arial"/>
                <a:cs typeface="Arial"/>
              </a:defRPr>
            </a:lvl5pPr>
            <a:lvl6pPr algn="l">
              <a:defRPr sz="1500" b="0">
                <a:solidFill>
                  <a:srgbClr val="B8C9B3"/>
                </a:solidFill>
                <a:latin typeface="Arial"/>
                <a:ea typeface="Arial"/>
                <a:cs typeface="Arial"/>
              </a:defRPr>
            </a:lvl6pPr>
            <a:lvl7pPr algn="l">
              <a:defRPr sz="1500" b="0">
                <a:solidFill>
                  <a:srgbClr val="B8C9B3"/>
                </a:solidFill>
                <a:latin typeface="Arial"/>
                <a:ea typeface="Arial"/>
                <a:cs typeface="Arial"/>
              </a:defRPr>
            </a:lvl7pPr>
            <a:lvl8pPr algn="l">
              <a:defRPr sz="1500" b="0">
                <a:solidFill>
                  <a:srgbClr val="B8C9B3"/>
                </a:solidFill>
                <a:latin typeface="Arial"/>
                <a:ea typeface="Arial"/>
                <a:cs typeface="Arial"/>
              </a:defRPr>
            </a:lvl8pPr>
            <a:lvl9pPr algn="l">
              <a:defRPr sz="1500" b="0">
                <a:solidFill>
                  <a:srgbClr val="B8C9B3"/>
                </a:solidFill>
                <a:latin typeface="Arial"/>
                <a:ea typeface="Arial"/>
                <a:cs typeface="Arial"/>
              </a:defRPr>
            </a:lvl9pPr>
          </a:lstStyle>
          <a:p xmlns:a="http://schemas.openxmlformats.org/drawingml/2006/main">
            <a:pPr algn="l">
              <a:defRPr sz="1500" b="0">
                <a:solidFill>
                  <a:srgbClr val="B8C9B3"/>
                </a:solidFill>
                <a:latin typeface="Arial"/>
                <a:ea typeface="Arial"/>
                <a:cs typeface="Arial"/>
              </a:defRPr>
            </a:pPr>
            <a:r>
              <a:rPr sz="1500" b="0">
                <a:solidFill>
                  <a:srgbClr val="B8C9B3"/>
                </a:solidFill>
                <a:latin typeface="Arial"/>
                <a:ea typeface="Arial"/>
                <a:cs typeface="Arial"/>
              </a:rPr>
              <a:t>Güncel ürün özelliklerinin kısa özeti</a:t>
            </a:r>
          </a:p>
        </p:txBody>
      </p:sp>
    </p:spTree>
    <p:extLst>
      <p:ext uri="{BB962C8B-B14F-4D97-AF65-F5344CB8AC3E}">
        <p14:creationId xmlns:p14="http://schemas.microsoft.com/office/powerpoint/2010/main" val="440358440"/>
      </p:ext>
    </p:extLst>
  </p:cSld>
</p:sld>
</file>

<file path=ppt/slides/slide2.xml><?xml version="1.0" encoding="utf-8"?>
<p:sld xmlns:p="http://schemas.openxmlformats.org/presentationml/2006/main">
  <p:cSld>
    <p:bg>
      <p:bgPr>
        <a:solidFill xmlns:a="http://schemas.openxmlformats.org/drawingml/2006/main">
          <a:srgbClr val="F7FAF3"/>
        </a:solidFill>
      </p:bgPr>
    </p:bg>
    <p:spTree>
      <p:nvGrpSpPr>
        <p:cNvPr id="1" name=""/>
        <p:cNvGrpSpPr/>
        <p:nvPr/>
      </p:nvGrpSpPr>
      <p:grpSpPr>
        <a:xfrm xmlns:a="http://schemas.openxmlformats.org/drawingml/2006/main"/>
      </p:grpSpPr>
      <p:sp>
        <p:nvSpPr>
          <p:cNvPr id="12" name="editable-text">
            <a:extLst xmlns:a="http://schemas.openxmlformats.org/drawingml/2006/main">
              <a:ext uri="{FF2B5EF4-FFF2-40B4-BE49-F238E27FC236}">
                <a16:creationId xmlns:a16="http://schemas.microsoft.com/office/drawing/2014/main" id="{BE634929-CADD-4653-911E-9AC499FD1216}"/>
              </a:ext>
            </a:extLst>
          </p:cNvPr>
          <p:cNvSpPr>
            <a:spLocks xmlns:a="http://schemas.openxmlformats.org/drawingml/2006/main" noGrp="1"/>
          </p:cNvSpPr>
          <p:nvPr/>
        </p:nvSpPr>
        <p:spPr>
          <a:xfrm xmlns:a="http://schemas.openxmlformats.org/drawingml/2006/main">
            <a:off x="619125" y="33337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42710D"/>
                </a:solidFill>
                <a:latin typeface="Arial"/>
                <a:ea typeface="Arial"/>
                <a:cs typeface="Arial"/>
              </a:defRPr>
            </a:defPPr>
            <a:lvl1pPr algn="l">
              <a:defRPr sz="1200" b="1">
                <a:solidFill>
                  <a:srgbClr val="42710D"/>
                </a:solidFill>
                <a:latin typeface="Arial"/>
                <a:ea typeface="Arial"/>
                <a:cs typeface="Arial"/>
              </a:defRPr>
            </a:lvl1pPr>
            <a:lvl2pPr algn="l">
              <a:defRPr sz="1200" b="1">
                <a:solidFill>
                  <a:srgbClr val="42710D"/>
                </a:solidFill>
                <a:latin typeface="Arial"/>
                <a:ea typeface="Arial"/>
                <a:cs typeface="Arial"/>
              </a:defRPr>
            </a:lvl2pPr>
            <a:lvl3pPr algn="l">
              <a:defRPr sz="1200" b="1">
                <a:solidFill>
                  <a:srgbClr val="42710D"/>
                </a:solidFill>
                <a:latin typeface="Arial"/>
                <a:ea typeface="Arial"/>
                <a:cs typeface="Arial"/>
              </a:defRPr>
            </a:lvl3pPr>
            <a:lvl4pPr algn="l">
              <a:defRPr sz="1200" b="1">
                <a:solidFill>
                  <a:srgbClr val="42710D"/>
                </a:solidFill>
                <a:latin typeface="Arial"/>
                <a:ea typeface="Arial"/>
                <a:cs typeface="Arial"/>
              </a:defRPr>
            </a:lvl4pPr>
            <a:lvl5pPr algn="l">
              <a:defRPr sz="1200" b="1">
                <a:solidFill>
                  <a:srgbClr val="42710D"/>
                </a:solidFill>
                <a:latin typeface="Arial"/>
                <a:ea typeface="Arial"/>
                <a:cs typeface="Arial"/>
              </a:defRPr>
            </a:lvl5pPr>
            <a:lvl6pPr algn="l">
              <a:defRPr sz="1200" b="1">
                <a:solidFill>
                  <a:srgbClr val="42710D"/>
                </a:solidFill>
                <a:latin typeface="Arial"/>
                <a:ea typeface="Arial"/>
                <a:cs typeface="Arial"/>
              </a:defRPr>
            </a:lvl6pPr>
            <a:lvl7pPr algn="l">
              <a:defRPr sz="1200" b="1">
                <a:solidFill>
                  <a:srgbClr val="42710D"/>
                </a:solidFill>
                <a:latin typeface="Arial"/>
                <a:ea typeface="Arial"/>
                <a:cs typeface="Arial"/>
              </a:defRPr>
            </a:lvl7pPr>
            <a:lvl8pPr algn="l">
              <a:defRPr sz="1200" b="1">
                <a:solidFill>
                  <a:srgbClr val="42710D"/>
                </a:solidFill>
                <a:latin typeface="Arial"/>
                <a:ea typeface="Arial"/>
                <a:cs typeface="Arial"/>
              </a:defRPr>
            </a:lvl8pPr>
            <a:lvl9pPr algn="l">
              <a:defRPr sz="1200" b="1">
                <a:solidFill>
                  <a:srgbClr val="42710D"/>
                </a:solidFill>
                <a:latin typeface="Arial"/>
                <a:ea typeface="Arial"/>
                <a:cs typeface="Arial"/>
              </a:defRPr>
            </a:lvl9pPr>
          </a:lstStyle>
          <a:p xmlns:a="http://schemas.openxmlformats.org/drawingml/2006/main">
            <a:pPr algn="l">
              <a:defRPr sz="1200" b="1">
                <a:solidFill>
                  <a:srgbClr val="42710D"/>
                </a:solidFill>
                <a:latin typeface="Arial"/>
                <a:ea typeface="Arial"/>
                <a:cs typeface="Arial"/>
              </a:defRPr>
            </a:pPr>
            <a:r>
              <a:rPr sz="1200" b="1">
                <a:solidFill>
                  <a:srgbClr val="42710D"/>
                </a:solidFill>
                <a:latin typeface="Arial"/>
                <a:ea typeface="Arial"/>
                <a:cs typeface="Arial"/>
              </a:rPr>
              <a:t>T BOT  /  V1</a:t>
            </a:r>
          </a:p>
        </p:txBody>
      </p:sp>
      <p:sp>
        <p:nvSpPr>
          <p:cNvPr id="2" name="editable-text">
            <a:extLst xmlns:a="http://schemas.openxmlformats.org/drawingml/2006/main">
              <a:ext uri="{FF2B5EF4-FFF2-40B4-BE49-F238E27FC236}">
                <a16:creationId xmlns:a16="http://schemas.microsoft.com/office/drawing/2014/main" id="{6FC3D661-43A1-4860-89BF-E095D36A2A83}"/>
              </a:ext>
            </a:extLst>
          </p:cNvPr>
          <p:cNvSpPr>
            <a:spLocks xmlns:a="http://schemas.openxmlformats.org/drawingml/2006/main" noGrp="1"/>
          </p:cNvSpPr>
          <p:nvPr/>
        </p:nvSpPr>
        <p:spPr>
          <a:xfrm xmlns:a="http://schemas.openxmlformats.org/drawingml/2006/main">
            <a:off x="619125" y="742950"/>
            <a:ext cx="1095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72317"/>
                </a:solidFill>
                <a:latin typeface="Arial"/>
                <a:ea typeface="Arial"/>
                <a:cs typeface="Arial"/>
              </a:defRPr>
            </a:defPPr>
            <a:lvl1pPr algn="l">
              <a:defRPr sz="3225" b="1">
                <a:solidFill>
                  <a:srgbClr val="172317"/>
                </a:solidFill>
                <a:latin typeface="Arial"/>
                <a:ea typeface="Arial"/>
                <a:cs typeface="Arial"/>
              </a:defRPr>
            </a:lvl1pPr>
            <a:lvl2pPr algn="l">
              <a:defRPr sz="3225" b="1">
                <a:solidFill>
                  <a:srgbClr val="172317"/>
                </a:solidFill>
                <a:latin typeface="Arial"/>
                <a:ea typeface="Arial"/>
                <a:cs typeface="Arial"/>
              </a:defRPr>
            </a:lvl2pPr>
            <a:lvl3pPr algn="l">
              <a:defRPr sz="3225" b="1">
                <a:solidFill>
                  <a:srgbClr val="172317"/>
                </a:solidFill>
                <a:latin typeface="Arial"/>
                <a:ea typeface="Arial"/>
                <a:cs typeface="Arial"/>
              </a:defRPr>
            </a:lvl3pPr>
            <a:lvl4pPr algn="l">
              <a:defRPr sz="3225" b="1">
                <a:solidFill>
                  <a:srgbClr val="172317"/>
                </a:solidFill>
                <a:latin typeface="Arial"/>
                <a:ea typeface="Arial"/>
                <a:cs typeface="Arial"/>
              </a:defRPr>
            </a:lvl4pPr>
            <a:lvl5pPr algn="l">
              <a:defRPr sz="3225" b="1">
                <a:solidFill>
                  <a:srgbClr val="172317"/>
                </a:solidFill>
                <a:latin typeface="Arial"/>
                <a:ea typeface="Arial"/>
                <a:cs typeface="Arial"/>
              </a:defRPr>
            </a:lvl5pPr>
            <a:lvl6pPr algn="l">
              <a:defRPr sz="3225" b="1">
                <a:solidFill>
                  <a:srgbClr val="172317"/>
                </a:solidFill>
                <a:latin typeface="Arial"/>
                <a:ea typeface="Arial"/>
                <a:cs typeface="Arial"/>
              </a:defRPr>
            </a:lvl6pPr>
            <a:lvl7pPr algn="l">
              <a:defRPr sz="3225" b="1">
                <a:solidFill>
                  <a:srgbClr val="172317"/>
                </a:solidFill>
                <a:latin typeface="Arial"/>
                <a:ea typeface="Arial"/>
                <a:cs typeface="Arial"/>
              </a:defRPr>
            </a:lvl7pPr>
            <a:lvl8pPr algn="l">
              <a:defRPr sz="3225" b="1">
                <a:solidFill>
                  <a:srgbClr val="172317"/>
                </a:solidFill>
                <a:latin typeface="Arial"/>
                <a:ea typeface="Arial"/>
                <a:cs typeface="Arial"/>
              </a:defRPr>
            </a:lvl8pPr>
            <a:lvl9pPr algn="l">
              <a:defRPr sz="3225" b="1">
                <a:solidFill>
                  <a:srgbClr val="172317"/>
                </a:solidFill>
                <a:latin typeface="Arial"/>
                <a:ea typeface="Arial"/>
                <a:cs typeface="Arial"/>
              </a:defRPr>
            </a:lvl9pPr>
          </a:lstStyle>
          <a:p xmlns:a="http://schemas.openxmlformats.org/drawingml/2006/main">
            <a:pPr algn="l">
              <a:defRPr sz="3225" b="1">
                <a:solidFill>
                  <a:srgbClr val="172317"/>
                </a:solidFill>
                <a:latin typeface="Arial"/>
                <a:ea typeface="Arial"/>
                <a:cs typeface="Arial"/>
              </a:defRPr>
            </a:pPr>
            <a:r>
              <a:rPr sz="3225" b="1">
                <a:solidFill>
                  <a:srgbClr val="172317"/>
                </a:solidFill>
                <a:latin typeface="Arial"/>
                <a:ea typeface="Arial"/>
                <a:cs typeface="Arial"/>
              </a:rPr>
              <a:t>Model düşünme düzeyi ve Ultracode</a:t>
            </a:r>
          </a:p>
        </p:txBody>
      </p:sp>
      <p:sp>
        <p:nvSpPr>
          <p:cNvPr id="3" name="background-or-rule">
            <a:extLst xmlns:a="http://schemas.openxmlformats.org/drawingml/2006/main">
              <a:ext uri="{FF2B5EF4-FFF2-40B4-BE49-F238E27FC236}">
                <a16:creationId xmlns:a16="http://schemas.microsoft.com/office/drawing/2014/main" id="{DF56AD9F-386D-445F-9A01-5D30E4B54308}"/>
              </a:ext>
            </a:extLst>
          </p:cNvPr>
          <p:cNvSpPr>
            <a:spLocks xmlns:a="http://schemas.openxmlformats.org/drawingml/2006/main" noGrp="1"/>
          </p:cNvSpPr>
          <p:nvPr/>
        </p:nvSpPr>
        <p:spPr>
          <a:xfrm xmlns:a="http://schemas.openxmlformats.org/drawingml/2006/main">
            <a:off x="619125" y="1657350"/>
            <a:ext cx="10953750" cy="19050"/>
          </a:xfrm>
          <a:prstGeom xmlns:a="http://schemas.openxmlformats.org/drawingml/2006/main" prst="rect">
            <a:avLst/>
          </a:prstGeom>
          <a:solidFill xmlns:a="http://schemas.openxmlformats.org/drawingml/2006/main">
            <a:srgbClr val="C5D3BA"/>
          </a:solidFill>
          <a:ln xmlns:a="http://schemas.openxmlformats.org/drawingml/2006/main" w="0">
            <a:noFill/>
            <a:prstDash val="solid"/>
          </a:ln>
        </p:spPr>
      </p:sp>
      <p:sp>
        <p:nvSpPr>
          <p:cNvPr id="4" name="editable-text">
            <a:extLst xmlns:a="http://schemas.openxmlformats.org/drawingml/2006/main">
              <a:ext uri="{FF2B5EF4-FFF2-40B4-BE49-F238E27FC236}">
                <a16:creationId xmlns:a16="http://schemas.microsoft.com/office/drawing/2014/main" id="{19C6C3CA-8C80-4074-A5E3-FA6C8A91BDCC}"/>
              </a:ext>
            </a:extLst>
          </p:cNvPr>
          <p:cNvSpPr>
            <a:spLocks xmlns:a="http://schemas.openxmlformats.org/drawingml/2006/main" noGrp="1"/>
          </p:cNvSpPr>
          <p:nvPr/>
        </p:nvSpPr>
        <p:spPr>
          <a:xfrm xmlns:a="http://schemas.openxmlformats.org/drawingml/2006/main">
            <a:off x="10953750" y="63627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26454"/>
                </a:solidFill>
                <a:latin typeface="Arial"/>
                <a:ea typeface="Arial"/>
                <a:cs typeface="Arial"/>
              </a:defRPr>
            </a:defPPr>
            <a:lvl1pPr algn="r">
              <a:defRPr sz="1200" b="1">
                <a:solidFill>
                  <a:srgbClr val="526454"/>
                </a:solidFill>
                <a:latin typeface="Arial"/>
                <a:ea typeface="Arial"/>
                <a:cs typeface="Arial"/>
              </a:defRPr>
            </a:lvl1pPr>
            <a:lvl2pPr algn="r">
              <a:defRPr sz="1200" b="1">
                <a:solidFill>
                  <a:srgbClr val="526454"/>
                </a:solidFill>
                <a:latin typeface="Arial"/>
                <a:ea typeface="Arial"/>
                <a:cs typeface="Arial"/>
              </a:defRPr>
            </a:lvl2pPr>
            <a:lvl3pPr algn="r">
              <a:defRPr sz="1200" b="1">
                <a:solidFill>
                  <a:srgbClr val="526454"/>
                </a:solidFill>
                <a:latin typeface="Arial"/>
                <a:ea typeface="Arial"/>
                <a:cs typeface="Arial"/>
              </a:defRPr>
            </a:lvl3pPr>
            <a:lvl4pPr algn="r">
              <a:defRPr sz="1200" b="1">
                <a:solidFill>
                  <a:srgbClr val="526454"/>
                </a:solidFill>
                <a:latin typeface="Arial"/>
                <a:ea typeface="Arial"/>
                <a:cs typeface="Arial"/>
              </a:defRPr>
            </a:lvl4pPr>
            <a:lvl5pPr algn="r">
              <a:defRPr sz="1200" b="1">
                <a:solidFill>
                  <a:srgbClr val="526454"/>
                </a:solidFill>
                <a:latin typeface="Arial"/>
                <a:ea typeface="Arial"/>
                <a:cs typeface="Arial"/>
              </a:defRPr>
            </a:lvl5pPr>
            <a:lvl6pPr algn="r">
              <a:defRPr sz="1200" b="1">
                <a:solidFill>
                  <a:srgbClr val="526454"/>
                </a:solidFill>
                <a:latin typeface="Arial"/>
                <a:ea typeface="Arial"/>
                <a:cs typeface="Arial"/>
              </a:defRPr>
            </a:lvl6pPr>
            <a:lvl7pPr algn="r">
              <a:defRPr sz="1200" b="1">
                <a:solidFill>
                  <a:srgbClr val="526454"/>
                </a:solidFill>
                <a:latin typeface="Arial"/>
                <a:ea typeface="Arial"/>
                <a:cs typeface="Arial"/>
              </a:defRPr>
            </a:lvl7pPr>
            <a:lvl8pPr algn="r">
              <a:defRPr sz="1200" b="1">
                <a:solidFill>
                  <a:srgbClr val="526454"/>
                </a:solidFill>
                <a:latin typeface="Arial"/>
                <a:ea typeface="Arial"/>
                <a:cs typeface="Arial"/>
              </a:defRPr>
            </a:lvl8pPr>
            <a:lvl9pPr algn="r">
              <a:defRPr sz="1200" b="1">
                <a:solidFill>
                  <a:srgbClr val="526454"/>
                </a:solidFill>
                <a:latin typeface="Arial"/>
                <a:ea typeface="Arial"/>
                <a:cs typeface="Arial"/>
              </a:defRPr>
            </a:lvl9pPr>
          </a:lstStyle>
          <a:p xmlns:a="http://schemas.openxmlformats.org/drawingml/2006/main">
            <a:pPr algn="r">
              <a:defRPr sz="1200" b="1">
                <a:solidFill>
                  <a:srgbClr val="526454"/>
                </a:solidFill>
                <a:latin typeface="Arial"/>
                <a:ea typeface="Arial"/>
                <a:cs typeface="Arial"/>
              </a:defRPr>
            </a:pPr>
            <a:r>
              <a:rPr sz="1200" b="1">
                <a:solidFill>
                  <a:srgbClr val="526454"/>
                </a:solidFill>
                <a:latin typeface="Arial"/>
                <a:ea typeface="Arial"/>
                <a:cs typeface="Arial"/>
              </a:rPr>
              <a:t>02</a:t>
            </a:r>
          </a:p>
        </p:txBody>
      </p:sp>
      <p:sp>
        <p:nvSpPr>
          <p:cNvPr id="5" name="editable-text">
            <a:extLst xmlns:a="http://schemas.openxmlformats.org/drawingml/2006/main">
              <a:ext uri="{FF2B5EF4-FFF2-40B4-BE49-F238E27FC236}">
                <a16:creationId xmlns:a16="http://schemas.microsoft.com/office/drawing/2014/main" id="{CB519747-530E-4512-BD2F-3A69BEA6118B}"/>
              </a:ext>
            </a:extLst>
          </p:cNvPr>
          <p:cNvSpPr>
            <a:spLocks xmlns:a="http://schemas.openxmlformats.org/drawingml/2006/main" noGrp="1"/>
          </p:cNvSpPr>
          <p:nvPr/>
        </p:nvSpPr>
        <p:spPr>
          <a:xfrm xmlns:a="http://schemas.openxmlformats.org/drawingml/2006/main">
            <a:off x="742950" y="20574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42710D"/>
                </a:solidFill>
                <a:latin typeface="Arial"/>
                <a:ea typeface="Arial"/>
                <a:cs typeface="Arial"/>
              </a:defRPr>
            </a:defPPr>
            <a:lvl1pPr algn="l">
              <a:defRPr sz="1350" b="1">
                <a:solidFill>
                  <a:srgbClr val="42710D"/>
                </a:solidFill>
                <a:latin typeface="Arial"/>
                <a:ea typeface="Arial"/>
                <a:cs typeface="Arial"/>
              </a:defRPr>
            </a:lvl1pPr>
            <a:lvl2pPr algn="l">
              <a:defRPr sz="1350" b="1">
                <a:solidFill>
                  <a:srgbClr val="42710D"/>
                </a:solidFill>
                <a:latin typeface="Arial"/>
                <a:ea typeface="Arial"/>
                <a:cs typeface="Arial"/>
              </a:defRPr>
            </a:lvl2pPr>
            <a:lvl3pPr algn="l">
              <a:defRPr sz="1350" b="1">
                <a:solidFill>
                  <a:srgbClr val="42710D"/>
                </a:solidFill>
                <a:latin typeface="Arial"/>
                <a:ea typeface="Arial"/>
                <a:cs typeface="Arial"/>
              </a:defRPr>
            </a:lvl3pPr>
            <a:lvl4pPr algn="l">
              <a:defRPr sz="1350" b="1">
                <a:solidFill>
                  <a:srgbClr val="42710D"/>
                </a:solidFill>
                <a:latin typeface="Arial"/>
                <a:ea typeface="Arial"/>
                <a:cs typeface="Arial"/>
              </a:defRPr>
            </a:lvl4pPr>
            <a:lvl5pPr algn="l">
              <a:defRPr sz="1350" b="1">
                <a:solidFill>
                  <a:srgbClr val="42710D"/>
                </a:solidFill>
                <a:latin typeface="Arial"/>
                <a:ea typeface="Arial"/>
                <a:cs typeface="Arial"/>
              </a:defRPr>
            </a:lvl5pPr>
            <a:lvl6pPr algn="l">
              <a:defRPr sz="1350" b="1">
                <a:solidFill>
                  <a:srgbClr val="42710D"/>
                </a:solidFill>
                <a:latin typeface="Arial"/>
                <a:ea typeface="Arial"/>
                <a:cs typeface="Arial"/>
              </a:defRPr>
            </a:lvl6pPr>
            <a:lvl7pPr algn="l">
              <a:defRPr sz="1350" b="1">
                <a:solidFill>
                  <a:srgbClr val="42710D"/>
                </a:solidFill>
                <a:latin typeface="Arial"/>
                <a:ea typeface="Arial"/>
                <a:cs typeface="Arial"/>
              </a:defRPr>
            </a:lvl7pPr>
            <a:lvl8pPr algn="l">
              <a:defRPr sz="1350" b="1">
                <a:solidFill>
                  <a:srgbClr val="42710D"/>
                </a:solidFill>
                <a:latin typeface="Arial"/>
                <a:ea typeface="Arial"/>
                <a:cs typeface="Arial"/>
              </a:defRPr>
            </a:lvl8pPr>
            <a:lvl9pPr algn="l">
              <a:defRPr sz="1350" b="1">
                <a:solidFill>
                  <a:srgbClr val="42710D"/>
                </a:solidFill>
                <a:latin typeface="Arial"/>
                <a:ea typeface="Arial"/>
                <a:cs typeface="Arial"/>
              </a:defRPr>
            </a:lvl9pPr>
          </a:lstStyle>
          <a:p xmlns:a="http://schemas.openxmlformats.org/drawingml/2006/main">
            <a:pPr algn="l">
              <a:defRPr sz="1350" b="1">
                <a:solidFill>
                  <a:srgbClr val="42710D"/>
                </a:solidFill>
                <a:latin typeface="Arial"/>
                <a:ea typeface="Arial"/>
                <a:cs typeface="Arial"/>
              </a:defRPr>
            </a:pPr>
            <a:r>
              <a:rPr sz="1350" b="1">
                <a:solidFill>
                  <a:srgbClr val="42710D"/>
                </a:solidFill>
                <a:latin typeface="Arial"/>
                <a:ea typeface="Arial"/>
                <a:cs typeface="Arial"/>
              </a:rPr>
              <a:t>EFFORT</a:t>
            </a:r>
          </a:p>
        </p:txBody>
      </p:sp>
      <p:sp>
        <p:nvSpPr>
          <p:cNvPr id="6" name="editable-text">
            <a:extLst xmlns:a="http://schemas.openxmlformats.org/drawingml/2006/main">
              <a:ext uri="{FF2B5EF4-FFF2-40B4-BE49-F238E27FC236}">
                <a16:creationId xmlns:a16="http://schemas.microsoft.com/office/drawing/2014/main" id="{E3261A57-DC4A-4868-BE4E-911C090D49E8}"/>
              </a:ext>
            </a:extLst>
          </p:cNvPr>
          <p:cNvSpPr>
            <a:spLocks xmlns:a="http://schemas.openxmlformats.org/drawingml/2006/main" noGrp="1"/>
          </p:cNvSpPr>
          <p:nvPr/>
        </p:nvSpPr>
        <p:spPr>
          <a:xfrm xmlns:a="http://schemas.openxmlformats.org/drawingml/2006/main">
            <a:off x="742950" y="24955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172317"/>
                </a:solidFill>
                <a:latin typeface="Arial"/>
                <a:ea typeface="Arial"/>
                <a:cs typeface="Arial"/>
              </a:defRPr>
            </a:defPPr>
            <a:lvl1pPr algn="l">
              <a:defRPr sz="2625" b="1">
                <a:solidFill>
                  <a:srgbClr val="172317"/>
                </a:solidFill>
                <a:latin typeface="Arial"/>
                <a:ea typeface="Arial"/>
                <a:cs typeface="Arial"/>
              </a:defRPr>
            </a:lvl1pPr>
            <a:lvl2pPr algn="l">
              <a:defRPr sz="2625" b="1">
                <a:solidFill>
                  <a:srgbClr val="172317"/>
                </a:solidFill>
                <a:latin typeface="Arial"/>
                <a:ea typeface="Arial"/>
                <a:cs typeface="Arial"/>
              </a:defRPr>
            </a:lvl2pPr>
            <a:lvl3pPr algn="l">
              <a:defRPr sz="2625" b="1">
                <a:solidFill>
                  <a:srgbClr val="172317"/>
                </a:solidFill>
                <a:latin typeface="Arial"/>
                <a:ea typeface="Arial"/>
                <a:cs typeface="Arial"/>
              </a:defRPr>
            </a:lvl3pPr>
            <a:lvl4pPr algn="l">
              <a:defRPr sz="2625" b="1">
                <a:solidFill>
                  <a:srgbClr val="172317"/>
                </a:solidFill>
                <a:latin typeface="Arial"/>
                <a:ea typeface="Arial"/>
                <a:cs typeface="Arial"/>
              </a:defRPr>
            </a:lvl4pPr>
            <a:lvl5pPr algn="l">
              <a:defRPr sz="2625" b="1">
                <a:solidFill>
                  <a:srgbClr val="172317"/>
                </a:solidFill>
                <a:latin typeface="Arial"/>
                <a:ea typeface="Arial"/>
                <a:cs typeface="Arial"/>
              </a:defRPr>
            </a:lvl5pPr>
            <a:lvl6pPr algn="l">
              <a:defRPr sz="2625" b="1">
                <a:solidFill>
                  <a:srgbClr val="172317"/>
                </a:solidFill>
                <a:latin typeface="Arial"/>
                <a:ea typeface="Arial"/>
                <a:cs typeface="Arial"/>
              </a:defRPr>
            </a:lvl6pPr>
            <a:lvl7pPr algn="l">
              <a:defRPr sz="2625" b="1">
                <a:solidFill>
                  <a:srgbClr val="172317"/>
                </a:solidFill>
                <a:latin typeface="Arial"/>
                <a:ea typeface="Arial"/>
                <a:cs typeface="Arial"/>
              </a:defRPr>
            </a:lvl7pPr>
            <a:lvl8pPr algn="l">
              <a:defRPr sz="2625" b="1">
                <a:solidFill>
                  <a:srgbClr val="172317"/>
                </a:solidFill>
                <a:latin typeface="Arial"/>
                <a:ea typeface="Arial"/>
                <a:cs typeface="Arial"/>
              </a:defRPr>
            </a:lvl8pPr>
            <a:lvl9pPr algn="l">
              <a:defRPr sz="2625" b="1">
                <a:solidFill>
                  <a:srgbClr val="172317"/>
                </a:solidFill>
                <a:latin typeface="Arial"/>
                <a:ea typeface="Arial"/>
                <a:cs typeface="Arial"/>
              </a:defRPr>
            </a:lvl9pPr>
          </a:lstStyle>
          <a:p xmlns:a="http://schemas.openxmlformats.org/drawingml/2006/main">
            <a:pPr algn="l">
              <a:defRPr sz="2625" b="1">
                <a:solidFill>
                  <a:srgbClr val="172317"/>
                </a:solidFill>
                <a:latin typeface="Arial"/>
                <a:ea typeface="Arial"/>
                <a:cs typeface="Arial"/>
              </a:defRPr>
            </a:pPr>
            <a:r>
              <a:rPr sz="2625" b="1">
                <a:solidFill>
                  <a:srgbClr val="172317"/>
                </a:solidFill>
                <a:latin typeface="Arial"/>
                <a:ea typeface="Arial"/>
                <a:cs typeface="Arial"/>
              </a:rPr>
              <a:t>Low  ·  Medium  ·  High  ·  XHigh  ·  Max</a:t>
            </a:r>
          </a:p>
        </p:txBody>
      </p:sp>
      <p:sp>
        <p:nvSpPr>
          <p:cNvPr id="7" name="editable-text">
            <a:extLst xmlns:a="http://schemas.openxmlformats.org/drawingml/2006/main">
              <a:ext uri="{FF2B5EF4-FFF2-40B4-BE49-F238E27FC236}">
                <a16:creationId xmlns:a16="http://schemas.microsoft.com/office/drawing/2014/main" id="{08B8251E-7349-474A-B1F3-476FCBB153C9}"/>
              </a:ext>
            </a:extLst>
          </p:cNvPr>
          <p:cNvSpPr>
            <a:spLocks xmlns:a="http://schemas.openxmlformats.org/drawingml/2006/main" noGrp="1"/>
          </p:cNvSpPr>
          <p:nvPr/>
        </p:nvSpPr>
        <p:spPr>
          <a:xfrm xmlns:a="http://schemas.openxmlformats.org/drawingml/2006/main">
            <a:off x="742950" y="3238500"/>
            <a:ext cx="10429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172317"/>
                </a:solidFill>
                <a:latin typeface="Arial"/>
                <a:ea typeface="Arial"/>
                <a:cs typeface="Arial"/>
              </a:defRPr>
            </a:defPPr>
            <a:lvl1pPr algn="l">
              <a:defRPr sz="1875" b="0">
                <a:solidFill>
                  <a:srgbClr val="172317"/>
                </a:solidFill>
                <a:latin typeface="Arial"/>
                <a:ea typeface="Arial"/>
                <a:cs typeface="Arial"/>
              </a:defRPr>
            </a:lvl1pPr>
            <a:lvl2pPr algn="l">
              <a:defRPr sz="1875" b="0">
                <a:solidFill>
                  <a:srgbClr val="172317"/>
                </a:solidFill>
                <a:latin typeface="Arial"/>
                <a:ea typeface="Arial"/>
                <a:cs typeface="Arial"/>
              </a:defRPr>
            </a:lvl2pPr>
            <a:lvl3pPr algn="l">
              <a:defRPr sz="1875" b="0">
                <a:solidFill>
                  <a:srgbClr val="172317"/>
                </a:solidFill>
                <a:latin typeface="Arial"/>
                <a:ea typeface="Arial"/>
                <a:cs typeface="Arial"/>
              </a:defRPr>
            </a:lvl3pPr>
            <a:lvl4pPr algn="l">
              <a:defRPr sz="1875" b="0">
                <a:solidFill>
                  <a:srgbClr val="172317"/>
                </a:solidFill>
                <a:latin typeface="Arial"/>
                <a:ea typeface="Arial"/>
                <a:cs typeface="Arial"/>
              </a:defRPr>
            </a:lvl4pPr>
            <a:lvl5pPr algn="l">
              <a:defRPr sz="1875" b="0">
                <a:solidFill>
                  <a:srgbClr val="172317"/>
                </a:solidFill>
                <a:latin typeface="Arial"/>
                <a:ea typeface="Arial"/>
                <a:cs typeface="Arial"/>
              </a:defRPr>
            </a:lvl5pPr>
            <a:lvl6pPr algn="l">
              <a:defRPr sz="1875" b="0">
                <a:solidFill>
                  <a:srgbClr val="172317"/>
                </a:solidFill>
                <a:latin typeface="Arial"/>
                <a:ea typeface="Arial"/>
                <a:cs typeface="Arial"/>
              </a:defRPr>
            </a:lvl6pPr>
            <a:lvl7pPr algn="l">
              <a:defRPr sz="1875" b="0">
                <a:solidFill>
                  <a:srgbClr val="172317"/>
                </a:solidFill>
                <a:latin typeface="Arial"/>
                <a:ea typeface="Arial"/>
                <a:cs typeface="Arial"/>
              </a:defRPr>
            </a:lvl7pPr>
            <a:lvl8pPr algn="l">
              <a:defRPr sz="1875" b="0">
                <a:solidFill>
                  <a:srgbClr val="172317"/>
                </a:solidFill>
                <a:latin typeface="Arial"/>
                <a:ea typeface="Arial"/>
                <a:cs typeface="Arial"/>
              </a:defRPr>
            </a:lvl8pPr>
            <a:lvl9pPr algn="l">
              <a:defRPr sz="1875" b="0">
                <a:solidFill>
                  <a:srgbClr val="172317"/>
                </a:solidFill>
                <a:latin typeface="Arial"/>
                <a:ea typeface="Arial"/>
                <a:cs typeface="Arial"/>
              </a:defRPr>
            </a:lvl9pPr>
          </a:lstStyle>
          <a:p xmlns:a="http://schemas.openxmlformats.org/drawingml/2006/main">
            <a:pPr algn="l">
              <a:defRPr sz="1875" b="0">
                <a:solidFill>
                  <a:srgbClr val="172317"/>
                </a:solidFill>
                <a:latin typeface="Arial"/>
                <a:ea typeface="Arial"/>
                <a:cs typeface="Arial"/>
              </a:defRPr>
            </a:pPr>
            <a:r>
              <a:rPr sz="1875" b="0">
                <a:solidFill>
                  <a:srgbClr val="172317"/>
                </a:solidFill>
                <a:latin typeface="Arial"/>
                <a:ea typeface="Arial"/>
                <a:cs typeface="Arial"/>
              </a:rPr>
              <a:t>Düzey, sağlayıcı ve model bazında saklanır. Model desteklemediğinde T Bot uygun düzeyi kullanır veya sağlayıcının varsayılanına döner.</a:t>
            </a:r>
          </a:p>
        </p:txBody>
      </p:sp>
      <p:sp>
        <p:nvSpPr>
          <p:cNvPr id="8" name="background-or-rule">
            <a:extLst xmlns:a="http://schemas.openxmlformats.org/drawingml/2006/main">
              <a:ext uri="{FF2B5EF4-FFF2-40B4-BE49-F238E27FC236}">
                <a16:creationId xmlns:a16="http://schemas.microsoft.com/office/drawing/2014/main" id="{665E2E66-2DE0-43E7-9201-730EA786087F}"/>
              </a:ext>
            </a:extLst>
          </p:cNvPr>
          <p:cNvSpPr>
            <a:spLocks xmlns:a="http://schemas.openxmlformats.org/drawingml/2006/main" noGrp="1"/>
          </p:cNvSpPr>
          <p:nvPr/>
        </p:nvSpPr>
        <p:spPr>
          <a:xfrm xmlns:a="http://schemas.openxmlformats.org/drawingml/2006/main">
            <a:off x="742950" y="4543425"/>
            <a:ext cx="38100" cy="962025"/>
          </a:xfrm>
          <a:prstGeom xmlns:a="http://schemas.openxmlformats.org/drawingml/2006/main" prst="rect">
            <a:avLst/>
          </a:prstGeom>
          <a:solidFill xmlns:a="http://schemas.openxmlformats.org/drawingml/2006/main">
            <a:srgbClr val="78B82A"/>
          </a:solidFill>
          <a:ln xmlns:a="http://schemas.openxmlformats.org/drawingml/2006/main" w="0">
            <a:noFill/>
            <a:prstDash val="solid"/>
          </a:ln>
        </p:spPr>
      </p:sp>
      <p:sp>
        <p:nvSpPr>
          <p:cNvPr id="9" name="editable-text">
            <a:extLst xmlns:a="http://schemas.openxmlformats.org/drawingml/2006/main">
              <a:ext uri="{FF2B5EF4-FFF2-40B4-BE49-F238E27FC236}">
                <a16:creationId xmlns:a16="http://schemas.microsoft.com/office/drawing/2014/main" id="{1AC11855-347C-4194-88BA-E99A71A0F545}"/>
              </a:ext>
            </a:extLst>
          </p:cNvPr>
          <p:cNvSpPr>
            <a:spLocks xmlns:a="http://schemas.openxmlformats.org/drawingml/2006/main" noGrp="1"/>
          </p:cNvSpPr>
          <p:nvPr/>
        </p:nvSpPr>
        <p:spPr>
          <a:xfrm xmlns:a="http://schemas.openxmlformats.org/drawingml/2006/main">
            <a:off x="981075" y="45434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42710D"/>
                </a:solidFill>
                <a:latin typeface="Arial"/>
                <a:ea typeface="Arial"/>
                <a:cs typeface="Arial"/>
              </a:defRPr>
            </a:defPPr>
            <a:lvl1pPr algn="l">
              <a:defRPr sz="1350" b="1">
                <a:solidFill>
                  <a:srgbClr val="42710D"/>
                </a:solidFill>
                <a:latin typeface="Arial"/>
                <a:ea typeface="Arial"/>
                <a:cs typeface="Arial"/>
              </a:defRPr>
            </a:lvl1pPr>
            <a:lvl2pPr algn="l">
              <a:defRPr sz="1350" b="1">
                <a:solidFill>
                  <a:srgbClr val="42710D"/>
                </a:solidFill>
                <a:latin typeface="Arial"/>
                <a:ea typeface="Arial"/>
                <a:cs typeface="Arial"/>
              </a:defRPr>
            </a:lvl2pPr>
            <a:lvl3pPr algn="l">
              <a:defRPr sz="1350" b="1">
                <a:solidFill>
                  <a:srgbClr val="42710D"/>
                </a:solidFill>
                <a:latin typeface="Arial"/>
                <a:ea typeface="Arial"/>
                <a:cs typeface="Arial"/>
              </a:defRPr>
            </a:lvl3pPr>
            <a:lvl4pPr algn="l">
              <a:defRPr sz="1350" b="1">
                <a:solidFill>
                  <a:srgbClr val="42710D"/>
                </a:solidFill>
                <a:latin typeface="Arial"/>
                <a:ea typeface="Arial"/>
                <a:cs typeface="Arial"/>
              </a:defRPr>
            </a:lvl4pPr>
            <a:lvl5pPr algn="l">
              <a:defRPr sz="1350" b="1">
                <a:solidFill>
                  <a:srgbClr val="42710D"/>
                </a:solidFill>
                <a:latin typeface="Arial"/>
                <a:ea typeface="Arial"/>
                <a:cs typeface="Arial"/>
              </a:defRPr>
            </a:lvl5pPr>
            <a:lvl6pPr algn="l">
              <a:defRPr sz="1350" b="1">
                <a:solidFill>
                  <a:srgbClr val="42710D"/>
                </a:solidFill>
                <a:latin typeface="Arial"/>
                <a:ea typeface="Arial"/>
                <a:cs typeface="Arial"/>
              </a:defRPr>
            </a:lvl6pPr>
            <a:lvl7pPr algn="l">
              <a:defRPr sz="1350" b="1">
                <a:solidFill>
                  <a:srgbClr val="42710D"/>
                </a:solidFill>
                <a:latin typeface="Arial"/>
                <a:ea typeface="Arial"/>
                <a:cs typeface="Arial"/>
              </a:defRPr>
            </a:lvl7pPr>
            <a:lvl8pPr algn="l">
              <a:defRPr sz="1350" b="1">
                <a:solidFill>
                  <a:srgbClr val="42710D"/>
                </a:solidFill>
                <a:latin typeface="Arial"/>
                <a:ea typeface="Arial"/>
                <a:cs typeface="Arial"/>
              </a:defRPr>
            </a:lvl8pPr>
            <a:lvl9pPr algn="l">
              <a:defRPr sz="1350" b="1">
                <a:solidFill>
                  <a:srgbClr val="42710D"/>
                </a:solidFill>
                <a:latin typeface="Arial"/>
                <a:ea typeface="Arial"/>
                <a:cs typeface="Arial"/>
              </a:defRPr>
            </a:lvl9pPr>
          </a:lstStyle>
          <a:p xmlns:a="http://schemas.openxmlformats.org/drawingml/2006/main">
            <a:pPr algn="l">
              <a:defRPr sz="1350" b="1">
                <a:solidFill>
                  <a:srgbClr val="42710D"/>
                </a:solidFill>
                <a:latin typeface="Arial"/>
                <a:ea typeface="Arial"/>
                <a:cs typeface="Arial"/>
              </a:defRPr>
            </a:pPr>
            <a:r>
              <a:rPr sz="1350" b="1">
                <a:solidFill>
                  <a:srgbClr val="42710D"/>
                </a:solidFill>
                <a:latin typeface="Arial"/>
                <a:ea typeface="Arial"/>
                <a:cs typeface="Arial"/>
              </a:rPr>
              <a:t>ULTRACODE</a:t>
            </a:r>
          </a:p>
        </p:txBody>
      </p:sp>
      <p:sp>
        <p:nvSpPr>
          <p:cNvPr id="10" name="editable-text">
            <a:extLst xmlns:a="http://schemas.openxmlformats.org/drawingml/2006/main">
              <a:ext uri="{FF2B5EF4-FFF2-40B4-BE49-F238E27FC236}">
                <a16:creationId xmlns:a16="http://schemas.microsoft.com/office/drawing/2014/main" id="{E5B9D091-725F-4161-992F-46EEF49F83BF}"/>
              </a:ext>
            </a:extLst>
          </p:cNvPr>
          <p:cNvSpPr>
            <a:spLocks xmlns:a="http://schemas.openxmlformats.org/drawingml/2006/main" noGrp="1"/>
          </p:cNvSpPr>
          <p:nvPr/>
        </p:nvSpPr>
        <p:spPr>
          <a:xfrm xmlns:a="http://schemas.openxmlformats.org/drawingml/2006/main">
            <a:off x="981075" y="4933950"/>
            <a:ext cx="990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172317"/>
                </a:solidFill>
                <a:latin typeface="Arial"/>
                <a:ea typeface="Arial"/>
                <a:cs typeface="Arial"/>
              </a:defRPr>
            </a:defPPr>
            <a:lvl1pPr algn="l">
              <a:defRPr sz="2175" b="1">
                <a:solidFill>
                  <a:srgbClr val="172317"/>
                </a:solidFill>
                <a:latin typeface="Arial"/>
                <a:ea typeface="Arial"/>
                <a:cs typeface="Arial"/>
              </a:defRPr>
            </a:lvl1pPr>
            <a:lvl2pPr algn="l">
              <a:defRPr sz="2175" b="1">
                <a:solidFill>
                  <a:srgbClr val="172317"/>
                </a:solidFill>
                <a:latin typeface="Arial"/>
                <a:ea typeface="Arial"/>
                <a:cs typeface="Arial"/>
              </a:defRPr>
            </a:lvl2pPr>
            <a:lvl3pPr algn="l">
              <a:defRPr sz="2175" b="1">
                <a:solidFill>
                  <a:srgbClr val="172317"/>
                </a:solidFill>
                <a:latin typeface="Arial"/>
                <a:ea typeface="Arial"/>
                <a:cs typeface="Arial"/>
              </a:defRPr>
            </a:lvl3pPr>
            <a:lvl4pPr algn="l">
              <a:defRPr sz="2175" b="1">
                <a:solidFill>
                  <a:srgbClr val="172317"/>
                </a:solidFill>
                <a:latin typeface="Arial"/>
                <a:ea typeface="Arial"/>
                <a:cs typeface="Arial"/>
              </a:defRPr>
            </a:lvl4pPr>
            <a:lvl5pPr algn="l">
              <a:defRPr sz="2175" b="1">
                <a:solidFill>
                  <a:srgbClr val="172317"/>
                </a:solidFill>
                <a:latin typeface="Arial"/>
                <a:ea typeface="Arial"/>
                <a:cs typeface="Arial"/>
              </a:defRPr>
            </a:lvl5pPr>
            <a:lvl6pPr algn="l">
              <a:defRPr sz="2175" b="1">
                <a:solidFill>
                  <a:srgbClr val="172317"/>
                </a:solidFill>
                <a:latin typeface="Arial"/>
                <a:ea typeface="Arial"/>
                <a:cs typeface="Arial"/>
              </a:defRPr>
            </a:lvl6pPr>
            <a:lvl7pPr algn="l">
              <a:defRPr sz="2175" b="1">
                <a:solidFill>
                  <a:srgbClr val="172317"/>
                </a:solidFill>
                <a:latin typeface="Arial"/>
                <a:ea typeface="Arial"/>
                <a:cs typeface="Arial"/>
              </a:defRPr>
            </a:lvl7pPr>
            <a:lvl8pPr algn="l">
              <a:defRPr sz="2175" b="1">
                <a:solidFill>
                  <a:srgbClr val="172317"/>
                </a:solidFill>
                <a:latin typeface="Arial"/>
                <a:ea typeface="Arial"/>
                <a:cs typeface="Arial"/>
              </a:defRPr>
            </a:lvl8pPr>
            <a:lvl9pPr algn="l">
              <a:defRPr sz="2175" b="1">
                <a:solidFill>
                  <a:srgbClr val="172317"/>
                </a:solidFill>
                <a:latin typeface="Arial"/>
                <a:ea typeface="Arial"/>
                <a:cs typeface="Arial"/>
              </a:defRPr>
            </a:lvl9pPr>
          </a:lstStyle>
          <a:p xmlns:a="http://schemas.openxmlformats.org/drawingml/2006/main">
            <a:pPr algn="l">
              <a:defRPr sz="2175" b="1">
                <a:solidFill>
                  <a:srgbClr val="172317"/>
                </a:solidFill>
                <a:latin typeface="Arial"/>
                <a:ea typeface="Arial"/>
                <a:cs typeface="Arial"/>
              </a:defRPr>
            </a:pPr>
            <a:r>
              <a:rPr sz="2175" b="1">
                <a:solidFill>
                  <a:srgbClr val="172317"/>
                </a:solidFill>
                <a:latin typeface="Arial"/>
                <a:ea typeface="Arial"/>
                <a:cs typeface="Arial"/>
              </a:rPr>
              <a:t>İsteğe bağlı, oturumluk kod iş akışı</a:t>
            </a:r>
          </a:p>
        </p:txBody>
      </p:sp>
      <p:sp>
        <p:nvSpPr>
          <p:cNvPr id="11" name="editable-text">
            <a:extLst xmlns:a="http://schemas.openxmlformats.org/drawingml/2006/main">
              <a:ext uri="{FF2B5EF4-FFF2-40B4-BE49-F238E27FC236}">
                <a16:creationId xmlns:a16="http://schemas.microsoft.com/office/drawing/2014/main" id="{FB11139A-B2C7-4E32-9B0D-531812642EFB}"/>
              </a:ext>
            </a:extLst>
          </p:cNvPr>
          <p:cNvSpPr>
            <a:spLocks xmlns:a="http://schemas.openxmlformats.org/drawingml/2006/main" noGrp="1"/>
          </p:cNvSpPr>
          <p:nvPr/>
        </p:nvSpPr>
        <p:spPr>
          <a:xfrm xmlns:a="http://schemas.openxmlformats.org/drawingml/2006/main">
            <a:off x="981075" y="54102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526454"/>
                </a:solidFill>
                <a:latin typeface="Arial"/>
                <a:ea typeface="Arial"/>
                <a:cs typeface="Arial"/>
              </a:defRPr>
            </a:defPPr>
            <a:lvl1pPr algn="l">
              <a:defRPr sz="1725" b="0">
                <a:solidFill>
                  <a:srgbClr val="526454"/>
                </a:solidFill>
                <a:latin typeface="Arial"/>
                <a:ea typeface="Arial"/>
                <a:cs typeface="Arial"/>
              </a:defRPr>
            </a:lvl1pPr>
            <a:lvl2pPr algn="l">
              <a:defRPr sz="1725" b="0">
                <a:solidFill>
                  <a:srgbClr val="526454"/>
                </a:solidFill>
                <a:latin typeface="Arial"/>
                <a:ea typeface="Arial"/>
                <a:cs typeface="Arial"/>
              </a:defRPr>
            </a:lvl2pPr>
            <a:lvl3pPr algn="l">
              <a:defRPr sz="1725" b="0">
                <a:solidFill>
                  <a:srgbClr val="526454"/>
                </a:solidFill>
                <a:latin typeface="Arial"/>
                <a:ea typeface="Arial"/>
                <a:cs typeface="Arial"/>
              </a:defRPr>
            </a:lvl3pPr>
            <a:lvl4pPr algn="l">
              <a:defRPr sz="1725" b="0">
                <a:solidFill>
                  <a:srgbClr val="526454"/>
                </a:solidFill>
                <a:latin typeface="Arial"/>
                <a:ea typeface="Arial"/>
                <a:cs typeface="Arial"/>
              </a:defRPr>
            </a:lvl4pPr>
            <a:lvl5pPr algn="l">
              <a:defRPr sz="1725" b="0">
                <a:solidFill>
                  <a:srgbClr val="526454"/>
                </a:solidFill>
                <a:latin typeface="Arial"/>
                <a:ea typeface="Arial"/>
                <a:cs typeface="Arial"/>
              </a:defRPr>
            </a:lvl5pPr>
            <a:lvl6pPr algn="l">
              <a:defRPr sz="1725" b="0">
                <a:solidFill>
                  <a:srgbClr val="526454"/>
                </a:solidFill>
                <a:latin typeface="Arial"/>
                <a:ea typeface="Arial"/>
                <a:cs typeface="Arial"/>
              </a:defRPr>
            </a:lvl6pPr>
            <a:lvl7pPr algn="l">
              <a:defRPr sz="1725" b="0">
                <a:solidFill>
                  <a:srgbClr val="526454"/>
                </a:solidFill>
                <a:latin typeface="Arial"/>
                <a:ea typeface="Arial"/>
                <a:cs typeface="Arial"/>
              </a:defRPr>
            </a:lvl7pPr>
            <a:lvl8pPr algn="l">
              <a:defRPr sz="1725" b="0">
                <a:solidFill>
                  <a:srgbClr val="526454"/>
                </a:solidFill>
                <a:latin typeface="Arial"/>
                <a:ea typeface="Arial"/>
                <a:cs typeface="Arial"/>
              </a:defRPr>
            </a:lvl8pPr>
            <a:lvl9pPr algn="l">
              <a:defRPr sz="1725" b="0">
                <a:solidFill>
                  <a:srgbClr val="526454"/>
                </a:solidFill>
                <a:latin typeface="Arial"/>
                <a:ea typeface="Arial"/>
                <a:cs typeface="Arial"/>
              </a:defRPr>
            </a:lvl9pPr>
          </a:lstStyle>
          <a:p xmlns:a="http://schemas.openxmlformats.org/drawingml/2006/main">
            <a:pPr algn="l">
              <a:defRPr sz="1725" b="0">
                <a:solidFill>
                  <a:srgbClr val="526454"/>
                </a:solidFill>
                <a:latin typeface="Arial"/>
                <a:ea typeface="Arial"/>
                <a:cs typeface="Arial"/>
              </a:defRPr>
            </a:pPr>
            <a:r>
              <a:rPr sz="1725" b="0">
                <a:solidFill>
                  <a:srgbClr val="526454"/>
                </a:solidFill>
                <a:latin typeface="Arial"/>
                <a:ea typeface="Arial"/>
                <a:cs typeface="Arial"/>
              </a:rPr>
              <a:t>Araştırma ve plan → ana ajan uygular → bağımsız kod incelemesi</a:t>
            </a:r>
          </a:p>
        </p:txBody>
      </p:sp>
    </p:spTree>
    <p:extLst>
      <p:ext uri="{BB962C8B-B14F-4D97-AF65-F5344CB8AC3E}">
        <p14:creationId xmlns:p14="http://schemas.microsoft.com/office/powerpoint/2010/main" val="20684354"/>
      </p:ext>
    </p:extLst>
  </p:cSld>
</p:sld>
</file>

<file path=ppt/slides/slide3.xml><?xml version="1.0" encoding="utf-8"?>
<p:sld xmlns:p="http://schemas.openxmlformats.org/presentationml/2006/main">
  <p:cSld>
    <p:bg>
      <p:bgPr>
        <a:solidFill xmlns:a="http://schemas.openxmlformats.org/drawingml/2006/main">
          <a:srgbClr val="F7FAF3"/>
        </a:solidFill>
      </p:bgPr>
    </p:bg>
    <p:spTree>
      <p:nvGrpSpPr>
        <p:cNvPr id="1" name=""/>
        <p:cNvGrpSpPr/>
        <p:nvPr/>
      </p:nvGrpSpPr>
      <p:grpSpPr>
        <a:xfrm xmlns:a="http://schemas.openxmlformats.org/drawingml/2006/main"/>
      </p:grpSpPr>
      <p:sp>
        <p:nvSpPr>
          <p:cNvPr id="18" name="editable-text">
            <a:extLst xmlns:a="http://schemas.openxmlformats.org/drawingml/2006/main">
              <a:ext uri="{FF2B5EF4-FFF2-40B4-BE49-F238E27FC236}">
                <a16:creationId xmlns:a16="http://schemas.microsoft.com/office/drawing/2014/main" id="{9A2C1457-B357-4875-8051-468720FA022D}"/>
              </a:ext>
            </a:extLst>
          </p:cNvPr>
          <p:cNvSpPr>
            <a:spLocks xmlns:a="http://schemas.openxmlformats.org/drawingml/2006/main" noGrp="1"/>
          </p:cNvSpPr>
          <p:nvPr/>
        </p:nvSpPr>
        <p:spPr>
          <a:xfrm xmlns:a="http://schemas.openxmlformats.org/drawingml/2006/main">
            <a:off x="619125" y="33337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42710D"/>
                </a:solidFill>
                <a:latin typeface="Arial"/>
                <a:ea typeface="Arial"/>
                <a:cs typeface="Arial"/>
              </a:defRPr>
            </a:defPPr>
            <a:lvl1pPr algn="l">
              <a:defRPr sz="1200" b="1">
                <a:solidFill>
                  <a:srgbClr val="42710D"/>
                </a:solidFill>
                <a:latin typeface="Arial"/>
                <a:ea typeface="Arial"/>
                <a:cs typeface="Arial"/>
              </a:defRPr>
            </a:lvl1pPr>
            <a:lvl2pPr algn="l">
              <a:defRPr sz="1200" b="1">
                <a:solidFill>
                  <a:srgbClr val="42710D"/>
                </a:solidFill>
                <a:latin typeface="Arial"/>
                <a:ea typeface="Arial"/>
                <a:cs typeface="Arial"/>
              </a:defRPr>
            </a:lvl2pPr>
            <a:lvl3pPr algn="l">
              <a:defRPr sz="1200" b="1">
                <a:solidFill>
                  <a:srgbClr val="42710D"/>
                </a:solidFill>
                <a:latin typeface="Arial"/>
                <a:ea typeface="Arial"/>
                <a:cs typeface="Arial"/>
              </a:defRPr>
            </a:lvl3pPr>
            <a:lvl4pPr algn="l">
              <a:defRPr sz="1200" b="1">
                <a:solidFill>
                  <a:srgbClr val="42710D"/>
                </a:solidFill>
                <a:latin typeface="Arial"/>
                <a:ea typeface="Arial"/>
                <a:cs typeface="Arial"/>
              </a:defRPr>
            </a:lvl4pPr>
            <a:lvl5pPr algn="l">
              <a:defRPr sz="1200" b="1">
                <a:solidFill>
                  <a:srgbClr val="42710D"/>
                </a:solidFill>
                <a:latin typeface="Arial"/>
                <a:ea typeface="Arial"/>
                <a:cs typeface="Arial"/>
              </a:defRPr>
            </a:lvl5pPr>
            <a:lvl6pPr algn="l">
              <a:defRPr sz="1200" b="1">
                <a:solidFill>
                  <a:srgbClr val="42710D"/>
                </a:solidFill>
                <a:latin typeface="Arial"/>
                <a:ea typeface="Arial"/>
                <a:cs typeface="Arial"/>
              </a:defRPr>
            </a:lvl6pPr>
            <a:lvl7pPr algn="l">
              <a:defRPr sz="1200" b="1">
                <a:solidFill>
                  <a:srgbClr val="42710D"/>
                </a:solidFill>
                <a:latin typeface="Arial"/>
                <a:ea typeface="Arial"/>
                <a:cs typeface="Arial"/>
              </a:defRPr>
            </a:lvl7pPr>
            <a:lvl8pPr algn="l">
              <a:defRPr sz="1200" b="1">
                <a:solidFill>
                  <a:srgbClr val="42710D"/>
                </a:solidFill>
                <a:latin typeface="Arial"/>
                <a:ea typeface="Arial"/>
                <a:cs typeface="Arial"/>
              </a:defRPr>
            </a:lvl8pPr>
            <a:lvl9pPr algn="l">
              <a:defRPr sz="1200" b="1">
                <a:solidFill>
                  <a:srgbClr val="42710D"/>
                </a:solidFill>
                <a:latin typeface="Arial"/>
                <a:ea typeface="Arial"/>
                <a:cs typeface="Arial"/>
              </a:defRPr>
            </a:lvl9pPr>
          </a:lstStyle>
          <a:p xmlns:a="http://schemas.openxmlformats.org/drawingml/2006/main">
            <a:pPr algn="l">
              <a:defRPr sz="1200" b="1">
                <a:solidFill>
                  <a:srgbClr val="42710D"/>
                </a:solidFill>
                <a:latin typeface="Arial"/>
                <a:ea typeface="Arial"/>
                <a:cs typeface="Arial"/>
              </a:defRPr>
            </a:pPr>
            <a:r>
              <a:rPr sz="1200" b="1">
                <a:solidFill>
                  <a:srgbClr val="42710D"/>
                </a:solidFill>
                <a:latin typeface="Arial"/>
                <a:ea typeface="Arial"/>
                <a:cs typeface="Arial"/>
              </a:rPr>
              <a:t>T BOT  /  V1</a:t>
            </a:r>
          </a:p>
        </p:txBody>
      </p:sp>
      <p:sp>
        <p:nvSpPr>
          <p:cNvPr id="2" name="editable-text">
            <a:extLst xmlns:a="http://schemas.openxmlformats.org/drawingml/2006/main">
              <a:ext uri="{FF2B5EF4-FFF2-40B4-BE49-F238E27FC236}">
                <a16:creationId xmlns:a16="http://schemas.microsoft.com/office/drawing/2014/main" id="{93FEF240-95BD-423E-9803-9EDF33FE5262}"/>
              </a:ext>
            </a:extLst>
          </p:cNvPr>
          <p:cNvSpPr>
            <a:spLocks xmlns:a="http://schemas.openxmlformats.org/drawingml/2006/main" noGrp="1"/>
          </p:cNvSpPr>
          <p:nvPr/>
        </p:nvSpPr>
        <p:spPr>
          <a:xfrm xmlns:a="http://schemas.openxmlformats.org/drawingml/2006/main">
            <a:off x="619125" y="742950"/>
            <a:ext cx="1095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72317"/>
                </a:solidFill>
                <a:latin typeface="Arial"/>
                <a:ea typeface="Arial"/>
                <a:cs typeface="Arial"/>
              </a:defRPr>
            </a:defPPr>
            <a:lvl1pPr algn="l">
              <a:defRPr sz="3225" b="1">
                <a:solidFill>
                  <a:srgbClr val="172317"/>
                </a:solidFill>
                <a:latin typeface="Arial"/>
                <a:ea typeface="Arial"/>
                <a:cs typeface="Arial"/>
              </a:defRPr>
            </a:lvl1pPr>
            <a:lvl2pPr algn="l">
              <a:defRPr sz="3225" b="1">
                <a:solidFill>
                  <a:srgbClr val="172317"/>
                </a:solidFill>
                <a:latin typeface="Arial"/>
                <a:ea typeface="Arial"/>
                <a:cs typeface="Arial"/>
              </a:defRPr>
            </a:lvl2pPr>
            <a:lvl3pPr algn="l">
              <a:defRPr sz="3225" b="1">
                <a:solidFill>
                  <a:srgbClr val="172317"/>
                </a:solidFill>
                <a:latin typeface="Arial"/>
                <a:ea typeface="Arial"/>
                <a:cs typeface="Arial"/>
              </a:defRPr>
            </a:lvl3pPr>
            <a:lvl4pPr algn="l">
              <a:defRPr sz="3225" b="1">
                <a:solidFill>
                  <a:srgbClr val="172317"/>
                </a:solidFill>
                <a:latin typeface="Arial"/>
                <a:ea typeface="Arial"/>
                <a:cs typeface="Arial"/>
              </a:defRPr>
            </a:lvl4pPr>
            <a:lvl5pPr algn="l">
              <a:defRPr sz="3225" b="1">
                <a:solidFill>
                  <a:srgbClr val="172317"/>
                </a:solidFill>
                <a:latin typeface="Arial"/>
                <a:ea typeface="Arial"/>
                <a:cs typeface="Arial"/>
              </a:defRPr>
            </a:lvl5pPr>
            <a:lvl6pPr algn="l">
              <a:defRPr sz="3225" b="1">
                <a:solidFill>
                  <a:srgbClr val="172317"/>
                </a:solidFill>
                <a:latin typeface="Arial"/>
                <a:ea typeface="Arial"/>
                <a:cs typeface="Arial"/>
              </a:defRPr>
            </a:lvl6pPr>
            <a:lvl7pPr algn="l">
              <a:defRPr sz="3225" b="1">
                <a:solidFill>
                  <a:srgbClr val="172317"/>
                </a:solidFill>
                <a:latin typeface="Arial"/>
                <a:ea typeface="Arial"/>
                <a:cs typeface="Arial"/>
              </a:defRPr>
            </a:lvl7pPr>
            <a:lvl8pPr algn="l">
              <a:defRPr sz="3225" b="1">
                <a:solidFill>
                  <a:srgbClr val="172317"/>
                </a:solidFill>
                <a:latin typeface="Arial"/>
                <a:ea typeface="Arial"/>
                <a:cs typeface="Arial"/>
              </a:defRPr>
            </a:lvl8pPr>
            <a:lvl9pPr algn="l">
              <a:defRPr sz="3225" b="1">
                <a:solidFill>
                  <a:srgbClr val="172317"/>
                </a:solidFill>
                <a:latin typeface="Arial"/>
                <a:ea typeface="Arial"/>
                <a:cs typeface="Arial"/>
              </a:defRPr>
            </a:lvl9pPr>
          </a:lstStyle>
          <a:p xmlns:a="http://schemas.openxmlformats.org/drawingml/2006/main">
            <a:pPr algn="l">
              <a:defRPr sz="3225" b="1">
                <a:solidFill>
                  <a:srgbClr val="172317"/>
                </a:solidFill>
                <a:latin typeface="Arial"/>
                <a:ea typeface="Arial"/>
                <a:cs typeface="Arial"/>
              </a:defRPr>
            </a:pPr>
            <a:r>
              <a:rPr sz="3225" b="1">
                <a:solidFill>
                  <a:srgbClr val="172317"/>
                </a:solidFill>
                <a:latin typeface="Arial"/>
                <a:ea typeface="Arial"/>
                <a:cs typeface="Arial"/>
              </a:rPr>
              <a:t>Anahtar kelimeyle çağrılan beceriler</a:t>
            </a:r>
          </a:p>
        </p:txBody>
      </p:sp>
      <p:sp>
        <p:nvSpPr>
          <p:cNvPr id="3" name="background-or-rule">
            <a:extLst xmlns:a="http://schemas.openxmlformats.org/drawingml/2006/main">
              <a:ext uri="{FF2B5EF4-FFF2-40B4-BE49-F238E27FC236}">
                <a16:creationId xmlns:a16="http://schemas.microsoft.com/office/drawing/2014/main" id="{2F7D85AE-1852-422F-AB64-41E5D91C090F}"/>
              </a:ext>
            </a:extLst>
          </p:cNvPr>
          <p:cNvSpPr>
            <a:spLocks xmlns:a="http://schemas.openxmlformats.org/drawingml/2006/main" noGrp="1"/>
          </p:cNvSpPr>
          <p:nvPr/>
        </p:nvSpPr>
        <p:spPr>
          <a:xfrm xmlns:a="http://schemas.openxmlformats.org/drawingml/2006/main">
            <a:off x="619125" y="1657350"/>
            <a:ext cx="10953750" cy="19050"/>
          </a:xfrm>
          <a:prstGeom xmlns:a="http://schemas.openxmlformats.org/drawingml/2006/main" prst="rect">
            <a:avLst/>
          </a:prstGeom>
          <a:solidFill xmlns:a="http://schemas.openxmlformats.org/drawingml/2006/main">
            <a:srgbClr val="C5D3BA"/>
          </a:solidFill>
          <a:ln xmlns:a="http://schemas.openxmlformats.org/drawingml/2006/main" w="0">
            <a:noFill/>
            <a:prstDash val="solid"/>
          </a:ln>
        </p:spPr>
      </p:sp>
      <p:sp>
        <p:nvSpPr>
          <p:cNvPr id="4" name="editable-text">
            <a:extLst xmlns:a="http://schemas.openxmlformats.org/drawingml/2006/main">
              <a:ext uri="{FF2B5EF4-FFF2-40B4-BE49-F238E27FC236}">
                <a16:creationId xmlns:a16="http://schemas.microsoft.com/office/drawing/2014/main" id="{C092A542-55E5-4C2D-8A49-9DC6F4AF2F85}"/>
              </a:ext>
            </a:extLst>
          </p:cNvPr>
          <p:cNvSpPr>
            <a:spLocks xmlns:a="http://schemas.openxmlformats.org/drawingml/2006/main" noGrp="1"/>
          </p:cNvSpPr>
          <p:nvPr/>
        </p:nvSpPr>
        <p:spPr>
          <a:xfrm xmlns:a="http://schemas.openxmlformats.org/drawingml/2006/main">
            <a:off x="10953750" y="63627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26454"/>
                </a:solidFill>
                <a:latin typeface="Arial"/>
                <a:ea typeface="Arial"/>
                <a:cs typeface="Arial"/>
              </a:defRPr>
            </a:defPPr>
            <a:lvl1pPr algn="r">
              <a:defRPr sz="1200" b="1">
                <a:solidFill>
                  <a:srgbClr val="526454"/>
                </a:solidFill>
                <a:latin typeface="Arial"/>
                <a:ea typeface="Arial"/>
                <a:cs typeface="Arial"/>
              </a:defRPr>
            </a:lvl1pPr>
            <a:lvl2pPr algn="r">
              <a:defRPr sz="1200" b="1">
                <a:solidFill>
                  <a:srgbClr val="526454"/>
                </a:solidFill>
                <a:latin typeface="Arial"/>
                <a:ea typeface="Arial"/>
                <a:cs typeface="Arial"/>
              </a:defRPr>
            </a:lvl2pPr>
            <a:lvl3pPr algn="r">
              <a:defRPr sz="1200" b="1">
                <a:solidFill>
                  <a:srgbClr val="526454"/>
                </a:solidFill>
                <a:latin typeface="Arial"/>
                <a:ea typeface="Arial"/>
                <a:cs typeface="Arial"/>
              </a:defRPr>
            </a:lvl3pPr>
            <a:lvl4pPr algn="r">
              <a:defRPr sz="1200" b="1">
                <a:solidFill>
                  <a:srgbClr val="526454"/>
                </a:solidFill>
                <a:latin typeface="Arial"/>
                <a:ea typeface="Arial"/>
                <a:cs typeface="Arial"/>
              </a:defRPr>
            </a:lvl4pPr>
            <a:lvl5pPr algn="r">
              <a:defRPr sz="1200" b="1">
                <a:solidFill>
                  <a:srgbClr val="526454"/>
                </a:solidFill>
                <a:latin typeface="Arial"/>
                <a:ea typeface="Arial"/>
                <a:cs typeface="Arial"/>
              </a:defRPr>
            </a:lvl5pPr>
            <a:lvl6pPr algn="r">
              <a:defRPr sz="1200" b="1">
                <a:solidFill>
                  <a:srgbClr val="526454"/>
                </a:solidFill>
                <a:latin typeface="Arial"/>
                <a:ea typeface="Arial"/>
                <a:cs typeface="Arial"/>
              </a:defRPr>
            </a:lvl6pPr>
            <a:lvl7pPr algn="r">
              <a:defRPr sz="1200" b="1">
                <a:solidFill>
                  <a:srgbClr val="526454"/>
                </a:solidFill>
                <a:latin typeface="Arial"/>
                <a:ea typeface="Arial"/>
                <a:cs typeface="Arial"/>
              </a:defRPr>
            </a:lvl7pPr>
            <a:lvl8pPr algn="r">
              <a:defRPr sz="1200" b="1">
                <a:solidFill>
                  <a:srgbClr val="526454"/>
                </a:solidFill>
                <a:latin typeface="Arial"/>
                <a:ea typeface="Arial"/>
                <a:cs typeface="Arial"/>
              </a:defRPr>
            </a:lvl8pPr>
            <a:lvl9pPr algn="r">
              <a:defRPr sz="1200" b="1">
                <a:solidFill>
                  <a:srgbClr val="526454"/>
                </a:solidFill>
                <a:latin typeface="Arial"/>
                <a:ea typeface="Arial"/>
                <a:cs typeface="Arial"/>
              </a:defRPr>
            </a:lvl9pPr>
          </a:lstStyle>
          <a:p xmlns:a="http://schemas.openxmlformats.org/drawingml/2006/main">
            <a:pPr algn="r">
              <a:defRPr sz="1200" b="1">
                <a:solidFill>
                  <a:srgbClr val="526454"/>
                </a:solidFill>
                <a:latin typeface="Arial"/>
                <a:ea typeface="Arial"/>
                <a:cs typeface="Arial"/>
              </a:defRPr>
            </a:pPr>
            <a:r>
              <a:rPr sz="1200" b="1">
                <a:solidFill>
                  <a:srgbClr val="526454"/>
                </a:solidFill>
                <a:latin typeface="Arial"/>
                <a:ea typeface="Arial"/>
                <a:cs typeface="Arial"/>
              </a:rPr>
              <a:t>03</a:t>
            </a:r>
          </a:p>
        </p:txBody>
      </p:sp>
      <p:sp>
        <p:nvSpPr>
          <p:cNvPr id="5" name="editable-text">
            <a:extLst xmlns:a="http://schemas.openxmlformats.org/drawingml/2006/main">
              <a:ext uri="{FF2B5EF4-FFF2-40B4-BE49-F238E27FC236}">
                <a16:creationId xmlns:a16="http://schemas.microsoft.com/office/drawing/2014/main" id="{E085434C-C488-4E5E-967F-26554F58D15C}"/>
              </a:ext>
            </a:extLst>
          </p:cNvPr>
          <p:cNvSpPr>
            <a:spLocks xmlns:a="http://schemas.openxmlformats.org/drawingml/2006/main" noGrp="1"/>
          </p:cNvSpPr>
          <p:nvPr/>
        </p:nvSpPr>
        <p:spPr>
          <a:xfrm xmlns:a="http://schemas.openxmlformats.org/drawingml/2006/main">
            <a:off x="742950" y="198120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72317"/>
                </a:solidFill>
                <a:latin typeface="Arial"/>
                <a:ea typeface="Arial"/>
                <a:cs typeface="Arial"/>
              </a:defRPr>
            </a:defPPr>
            <a:lvl1pPr algn="l">
              <a:defRPr sz="2100" b="1">
                <a:solidFill>
                  <a:srgbClr val="172317"/>
                </a:solidFill>
                <a:latin typeface="Arial"/>
                <a:ea typeface="Arial"/>
                <a:cs typeface="Arial"/>
              </a:defRPr>
            </a:lvl1pPr>
            <a:lvl2pPr algn="l">
              <a:defRPr sz="2100" b="1">
                <a:solidFill>
                  <a:srgbClr val="172317"/>
                </a:solidFill>
                <a:latin typeface="Arial"/>
                <a:ea typeface="Arial"/>
                <a:cs typeface="Arial"/>
              </a:defRPr>
            </a:lvl2pPr>
            <a:lvl3pPr algn="l">
              <a:defRPr sz="2100" b="1">
                <a:solidFill>
                  <a:srgbClr val="172317"/>
                </a:solidFill>
                <a:latin typeface="Arial"/>
                <a:ea typeface="Arial"/>
                <a:cs typeface="Arial"/>
              </a:defRPr>
            </a:lvl3pPr>
            <a:lvl4pPr algn="l">
              <a:defRPr sz="2100" b="1">
                <a:solidFill>
                  <a:srgbClr val="172317"/>
                </a:solidFill>
                <a:latin typeface="Arial"/>
                <a:ea typeface="Arial"/>
                <a:cs typeface="Arial"/>
              </a:defRPr>
            </a:lvl4pPr>
            <a:lvl5pPr algn="l">
              <a:defRPr sz="2100" b="1">
                <a:solidFill>
                  <a:srgbClr val="172317"/>
                </a:solidFill>
                <a:latin typeface="Arial"/>
                <a:ea typeface="Arial"/>
                <a:cs typeface="Arial"/>
              </a:defRPr>
            </a:lvl5pPr>
            <a:lvl6pPr algn="l">
              <a:defRPr sz="2100" b="1">
                <a:solidFill>
                  <a:srgbClr val="172317"/>
                </a:solidFill>
                <a:latin typeface="Arial"/>
                <a:ea typeface="Arial"/>
                <a:cs typeface="Arial"/>
              </a:defRPr>
            </a:lvl6pPr>
            <a:lvl7pPr algn="l">
              <a:defRPr sz="2100" b="1">
                <a:solidFill>
                  <a:srgbClr val="172317"/>
                </a:solidFill>
                <a:latin typeface="Arial"/>
                <a:ea typeface="Arial"/>
                <a:cs typeface="Arial"/>
              </a:defRPr>
            </a:lvl7pPr>
            <a:lvl8pPr algn="l">
              <a:defRPr sz="2100" b="1">
                <a:solidFill>
                  <a:srgbClr val="172317"/>
                </a:solidFill>
                <a:latin typeface="Arial"/>
                <a:ea typeface="Arial"/>
                <a:cs typeface="Arial"/>
              </a:defRPr>
            </a:lvl8pPr>
            <a:lvl9pPr algn="l">
              <a:defRPr sz="2100" b="1">
                <a:solidFill>
                  <a:srgbClr val="172317"/>
                </a:solidFill>
                <a:latin typeface="Arial"/>
                <a:ea typeface="Arial"/>
                <a:cs typeface="Arial"/>
              </a:defRPr>
            </a:lvl9pPr>
          </a:lstStyle>
          <a:p xmlns:a="http://schemas.openxmlformats.org/drawingml/2006/main">
            <a:pPr algn="l">
              <a:defRPr sz="2100" b="1">
                <a:solidFill>
                  <a:srgbClr val="172317"/>
                </a:solidFill>
                <a:latin typeface="Arial"/>
                <a:ea typeface="Arial"/>
                <a:cs typeface="Arial"/>
              </a:defRPr>
            </a:pPr>
            <a:r>
              <a:rPr sz="2100" b="1">
                <a:solidFill>
                  <a:srgbClr val="172317"/>
                </a:solidFill>
                <a:latin typeface="Arial"/>
                <a:ea typeface="Arial"/>
                <a:cs typeface="Arial"/>
              </a:rPr>
              <a:t>İsteği yazın; eşleşen beceri yönergesi otomatik devreye girsin.</a:t>
            </a:r>
          </a:p>
        </p:txBody>
      </p:sp>
      <p:sp>
        <p:nvSpPr>
          <p:cNvPr id="6" name="editable-text">
            <a:extLst xmlns:a="http://schemas.openxmlformats.org/drawingml/2006/main">
              <a:ext uri="{FF2B5EF4-FFF2-40B4-BE49-F238E27FC236}">
                <a16:creationId xmlns:a16="http://schemas.microsoft.com/office/drawing/2014/main" id="{021263C0-DC04-4F10-84C5-FCE23C87C21C}"/>
              </a:ext>
            </a:extLst>
          </p:cNvPr>
          <p:cNvSpPr>
            <a:spLocks xmlns:a="http://schemas.openxmlformats.org/drawingml/2006/main" noGrp="1"/>
          </p:cNvSpPr>
          <p:nvPr/>
        </p:nvSpPr>
        <p:spPr>
          <a:xfrm xmlns:a="http://schemas.openxmlformats.org/drawingml/2006/main">
            <a:off x="742950" y="27813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42710D"/>
                </a:solidFill>
                <a:latin typeface="Arial"/>
                <a:ea typeface="Arial"/>
                <a:cs typeface="Arial"/>
              </a:defRPr>
            </a:defPPr>
            <a:lvl1pPr algn="l">
              <a:defRPr sz="1875" b="1">
                <a:solidFill>
                  <a:srgbClr val="42710D"/>
                </a:solidFill>
                <a:latin typeface="Arial"/>
                <a:ea typeface="Arial"/>
                <a:cs typeface="Arial"/>
              </a:defRPr>
            </a:lvl1pPr>
            <a:lvl2pPr algn="l">
              <a:defRPr sz="1875" b="1">
                <a:solidFill>
                  <a:srgbClr val="42710D"/>
                </a:solidFill>
                <a:latin typeface="Arial"/>
                <a:ea typeface="Arial"/>
                <a:cs typeface="Arial"/>
              </a:defRPr>
            </a:lvl2pPr>
            <a:lvl3pPr algn="l">
              <a:defRPr sz="1875" b="1">
                <a:solidFill>
                  <a:srgbClr val="42710D"/>
                </a:solidFill>
                <a:latin typeface="Arial"/>
                <a:ea typeface="Arial"/>
                <a:cs typeface="Arial"/>
              </a:defRPr>
            </a:lvl3pPr>
            <a:lvl4pPr algn="l">
              <a:defRPr sz="1875" b="1">
                <a:solidFill>
                  <a:srgbClr val="42710D"/>
                </a:solidFill>
                <a:latin typeface="Arial"/>
                <a:ea typeface="Arial"/>
                <a:cs typeface="Arial"/>
              </a:defRPr>
            </a:lvl4pPr>
            <a:lvl5pPr algn="l">
              <a:defRPr sz="1875" b="1">
                <a:solidFill>
                  <a:srgbClr val="42710D"/>
                </a:solidFill>
                <a:latin typeface="Arial"/>
                <a:ea typeface="Arial"/>
                <a:cs typeface="Arial"/>
              </a:defRPr>
            </a:lvl5pPr>
            <a:lvl6pPr algn="l">
              <a:defRPr sz="1875" b="1">
                <a:solidFill>
                  <a:srgbClr val="42710D"/>
                </a:solidFill>
                <a:latin typeface="Arial"/>
                <a:ea typeface="Arial"/>
                <a:cs typeface="Arial"/>
              </a:defRPr>
            </a:lvl6pPr>
            <a:lvl7pPr algn="l">
              <a:defRPr sz="1875" b="1">
                <a:solidFill>
                  <a:srgbClr val="42710D"/>
                </a:solidFill>
                <a:latin typeface="Arial"/>
                <a:ea typeface="Arial"/>
                <a:cs typeface="Arial"/>
              </a:defRPr>
            </a:lvl7pPr>
            <a:lvl8pPr algn="l">
              <a:defRPr sz="1875" b="1">
                <a:solidFill>
                  <a:srgbClr val="42710D"/>
                </a:solidFill>
                <a:latin typeface="Arial"/>
                <a:ea typeface="Arial"/>
                <a:cs typeface="Arial"/>
              </a:defRPr>
            </a:lvl8pPr>
            <a:lvl9pPr algn="l">
              <a:defRPr sz="1875" b="1">
                <a:solidFill>
                  <a:srgbClr val="42710D"/>
                </a:solidFill>
                <a:latin typeface="Arial"/>
                <a:ea typeface="Arial"/>
                <a:cs typeface="Arial"/>
              </a:defRPr>
            </a:lvl9pPr>
          </a:lstStyle>
          <a:p xmlns:a="http://schemas.openxmlformats.org/drawingml/2006/main">
            <a:pPr algn="l">
              <a:defRPr sz="1875" b="1">
                <a:solidFill>
                  <a:srgbClr val="42710D"/>
                </a:solidFill>
                <a:latin typeface="Arial"/>
                <a:ea typeface="Arial"/>
                <a:cs typeface="Arial"/>
              </a:defRPr>
            </a:pPr>
            <a:r>
              <a:rPr sz="1875" b="1">
                <a:solidFill>
                  <a:srgbClr val="42710D"/>
                </a:solidFill>
                <a:latin typeface="Arial"/>
                <a:ea typeface="Arial"/>
                <a:cs typeface="Arial"/>
              </a:rPr>
              <a:t>/frontenddesign</a:t>
            </a:r>
          </a:p>
        </p:txBody>
      </p:sp>
      <p:sp>
        <p:nvSpPr>
          <p:cNvPr id="7" name="editable-text">
            <a:extLst xmlns:a="http://schemas.openxmlformats.org/drawingml/2006/main">
              <a:ext uri="{FF2B5EF4-FFF2-40B4-BE49-F238E27FC236}">
                <a16:creationId xmlns:a16="http://schemas.microsoft.com/office/drawing/2014/main" id="{7C526397-4E2A-43BC-99F9-460FF708269C}"/>
              </a:ext>
            </a:extLst>
          </p:cNvPr>
          <p:cNvSpPr>
            <a:spLocks xmlns:a="http://schemas.openxmlformats.org/drawingml/2006/main" noGrp="1"/>
          </p:cNvSpPr>
          <p:nvPr/>
        </p:nvSpPr>
        <p:spPr>
          <a:xfrm xmlns:a="http://schemas.openxmlformats.org/drawingml/2006/main">
            <a:off x="3638550" y="2781300"/>
            <a:ext cx="75723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172317"/>
                </a:solidFill>
                <a:latin typeface="Arial"/>
                <a:ea typeface="Arial"/>
                <a:cs typeface="Arial"/>
              </a:defRPr>
            </a:defPPr>
            <a:lvl1pPr algn="l">
              <a:defRPr sz="1800" b="0">
                <a:solidFill>
                  <a:srgbClr val="172317"/>
                </a:solidFill>
                <a:latin typeface="Arial"/>
                <a:ea typeface="Arial"/>
                <a:cs typeface="Arial"/>
              </a:defRPr>
            </a:lvl1pPr>
            <a:lvl2pPr algn="l">
              <a:defRPr sz="1800" b="0">
                <a:solidFill>
                  <a:srgbClr val="172317"/>
                </a:solidFill>
                <a:latin typeface="Arial"/>
                <a:ea typeface="Arial"/>
                <a:cs typeface="Arial"/>
              </a:defRPr>
            </a:lvl2pPr>
            <a:lvl3pPr algn="l">
              <a:defRPr sz="1800" b="0">
                <a:solidFill>
                  <a:srgbClr val="172317"/>
                </a:solidFill>
                <a:latin typeface="Arial"/>
                <a:ea typeface="Arial"/>
                <a:cs typeface="Arial"/>
              </a:defRPr>
            </a:lvl3pPr>
            <a:lvl4pPr algn="l">
              <a:defRPr sz="1800" b="0">
                <a:solidFill>
                  <a:srgbClr val="172317"/>
                </a:solidFill>
                <a:latin typeface="Arial"/>
                <a:ea typeface="Arial"/>
                <a:cs typeface="Arial"/>
              </a:defRPr>
            </a:lvl4pPr>
            <a:lvl5pPr algn="l">
              <a:defRPr sz="1800" b="0">
                <a:solidFill>
                  <a:srgbClr val="172317"/>
                </a:solidFill>
                <a:latin typeface="Arial"/>
                <a:ea typeface="Arial"/>
                <a:cs typeface="Arial"/>
              </a:defRPr>
            </a:lvl5pPr>
            <a:lvl6pPr algn="l">
              <a:defRPr sz="1800" b="0">
                <a:solidFill>
                  <a:srgbClr val="172317"/>
                </a:solidFill>
                <a:latin typeface="Arial"/>
                <a:ea typeface="Arial"/>
                <a:cs typeface="Arial"/>
              </a:defRPr>
            </a:lvl6pPr>
            <a:lvl7pPr algn="l">
              <a:defRPr sz="1800" b="0">
                <a:solidFill>
                  <a:srgbClr val="172317"/>
                </a:solidFill>
                <a:latin typeface="Arial"/>
                <a:ea typeface="Arial"/>
                <a:cs typeface="Arial"/>
              </a:defRPr>
            </a:lvl7pPr>
            <a:lvl8pPr algn="l">
              <a:defRPr sz="1800" b="0">
                <a:solidFill>
                  <a:srgbClr val="172317"/>
                </a:solidFill>
                <a:latin typeface="Arial"/>
                <a:ea typeface="Arial"/>
                <a:cs typeface="Arial"/>
              </a:defRPr>
            </a:lvl8pPr>
            <a:lvl9pPr algn="l">
              <a:defRPr sz="1800" b="0">
                <a:solidFill>
                  <a:srgbClr val="172317"/>
                </a:solidFill>
                <a:latin typeface="Arial"/>
                <a:ea typeface="Arial"/>
                <a:cs typeface="Arial"/>
              </a:defRPr>
            </a:lvl9pPr>
          </a:lstStyle>
          <a:p xmlns:a="http://schemas.openxmlformats.org/drawingml/2006/main">
            <a:pPr algn="l">
              <a:defRPr sz="1800" b="0">
                <a:solidFill>
                  <a:srgbClr val="172317"/>
                </a:solidFill>
                <a:latin typeface="Arial"/>
                <a:ea typeface="Arial"/>
                <a:cs typeface="Arial"/>
              </a:defRPr>
            </a:pPr>
            <a:r>
              <a:rPr sz="1800" b="0">
                <a:solidFill>
                  <a:srgbClr val="172317"/>
                </a:solidFill>
                <a:latin typeface="Arial"/>
                <a:ea typeface="Arial"/>
                <a:cs typeface="Arial"/>
              </a:rPr>
              <a:t>Mevcut teknoloji yığınıyla çalışan, duyarlı gerçek arayüz kodu üretir.</a:t>
            </a:r>
          </a:p>
        </p:txBody>
      </p:sp>
      <p:sp>
        <p:nvSpPr>
          <p:cNvPr id="8" name="background-or-rule">
            <a:extLst xmlns:a="http://schemas.openxmlformats.org/drawingml/2006/main">
              <a:ext uri="{FF2B5EF4-FFF2-40B4-BE49-F238E27FC236}">
                <a16:creationId xmlns:a16="http://schemas.microsoft.com/office/drawing/2014/main" id="{3DCBB24A-0239-4432-804B-95CE3D008921}"/>
              </a:ext>
            </a:extLst>
          </p:cNvPr>
          <p:cNvSpPr>
            <a:spLocks xmlns:a="http://schemas.openxmlformats.org/drawingml/2006/main" noGrp="1"/>
          </p:cNvSpPr>
          <p:nvPr/>
        </p:nvSpPr>
        <p:spPr>
          <a:xfrm xmlns:a="http://schemas.openxmlformats.org/drawingml/2006/main">
            <a:off x="742950" y="3429000"/>
            <a:ext cx="10382250" cy="9525"/>
          </a:xfrm>
          <a:prstGeom xmlns:a="http://schemas.openxmlformats.org/drawingml/2006/main" prst="rect">
            <a:avLst/>
          </a:prstGeom>
          <a:solidFill xmlns:a="http://schemas.openxmlformats.org/drawingml/2006/main">
            <a:srgbClr val="C5D3BA"/>
          </a:solidFill>
          <a:ln xmlns:a="http://schemas.openxmlformats.org/drawingml/2006/main" w="0">
            <a:noFill/>
            <a:prstDash val="solid"/>
          </a:ln>
        </p:spPr>
      </p:sp>
      <p:sp>
        <p:nvSpPr>
          <p:cNvPr id="9" name="editable-text">
            <a:extLst xmlns:a="http://schemas.openxmlformats.org/drawingml/2006/main">
              <a:ext uri="{FF2B5EF4-FFF2-40B4-BE49-F238E27FC236}">
                <a16:creationId xmlns:a16="http://schemas.microsoft.com/office/drawing/2014/main" id="{73474293-A9BF-4D23-8C2D-46CCD06D3CA3}"/>
              </a:ext>
            </a:extLst>
          </p:cNvPr>
          <p:cNvSpPr>
            <a:spLocks xmlns:a="http://schemas.openxmlformats.org/drawingml/2006/main" noGrp="1"/>
          </p:cNvSpPr>
          <p:nvPr/>
        </p:nvSpPr>
        <p:spPr>
          <a:xfrm xmlns:a="http://schemas.openxmlformats.org/drawingml/2006/main">
            <a:off x="742950" y="36385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42710D"/>
                </a:solidFill>
                <a:latin typeface="Arial"/>
                <a:ea typeface="Arial"/>
                <a:cs typeface="Arial"/>
              </a:defRPr>
            </a:defPPr>
            <a:lvl1pPr algn="l">
              <a:defRPr sz="1875" b="1">
                <a:solidFill>
                  <a:srgbClr val="42710D"/>
                </a:solidFill>
                <a:latin typeface="Arial"/>
                <a:ea typeface="Arial"/>
                <a:cs typeface="Arial"/>
              </a:defRPr>
            </a:lvl1pPr>
            <a:lvl2pPr algn="l">
              <a:defRPr sz="1875" b="1">
                <a:solidFill>
                  <a:srgbClr val="42710D"/>
                </a:solidFill>
                <a:latin typeface="Arial"/>
                <a:ea typeface="Arial"/>
                <a:cs typeface="Arial"/>
              </a:defRPr>
            </a:lvl2pPr>
            <a:lvl3pPr algn="l">
              <a:defRPr sz="1875" b="1">
                <a:solidFill>
                  <a:srgbClr val="42710D"/>
                </a:solidFill>
                <a:latin typeface="Arial"/>
                <a:ea typeface="Arial"/>
                <a:cs typeface="Arial"/>
              </a:defRPr>
            </a:lvl3pPr>
            <a:lvl4pPr algn="l">
              <a:defRPr sz="1875" b="1">
                <a:solidFill>
                  <a:srgbClr val="42710D"/>
                </a:solidFill>
                <a:latin typeface="Arial"/>
                <a:ea typeface="Arial"/>
                <a:cs typeface="Arial"/>
              </a:defRPr>
            </a:lvl4pPr>
            <a:lvl5pPr algn="l">
              <a:defRPr sz="1875" b="1">
                <a:solidFill>
                  <a:srgbClr val="42710D"/>
                </a:solidFill>
                <a:latin typeface="Arial"/>
                <a:ea typeface="Arial"/>
                <a:cs typeface="Arial"/>
              </a:defRPr>
            </a:lvl5pPr>
            <a:lvl6pPr algn="l">
              <a:defRPr sz="1875" b="1">
                <a:solidFill>
                  <a:srgbClr val="42710D"/>
                </a:solidFill>
                <a:latin typeface="Arial"/>
                <a:ea typeface="Arial"/>
                <a:cs typeface="Arial"/>
              </a:defRPr>
            </a:lvl6pPr>
            <a:lvl7pPr algn="l">
              <a:defRPr sz="1875" b="1">
                <a:solidFill>
                  <a:srgbClr val="42710D"/>
                </a:solidFill>
                <a:latin typeface="Arial"/>
                <a:ea typeface="Arial"/>
                <a:cs typeface="Arial"/>
              </a:defRPr>
            </a:lvl7pPr>
            <a:lvl8pPr algn="l">
              <a:defRPr sz="1875" b="1">
                <a:solidFill>
                  <a:srgbClr val="42710D"/>
                </a:solidFill>
                <a:latin typeface="Arial"/>
                <a:ea typeface="Arial"/>
                <a:cs typeface="Arial"/>
              </a:defRPr>
            </a:lvl8pPr>
            <a:lvl9pPr algn="l">
              <a:defRPr sz="1875" b="1">
                <a:solidFill>
                  <a:srgbClr val="42710D"/>
                </a:solidFill>
                <a:latin typeface="Arial"/>
                <a:ea typeface="Arial"/>
                <a:cs typeface="Arial"/>
              </a:defRPr>
            </a:lvl9pPr>
          </a:lstStyle>
          <a:p xmlns:a="http://schemas.openxmlformats.org/drawingml/2006/main">
            <a:pPr algn="l">
              <a:defRPr sz="1875" b="1">
                <a:solidFill>
                  <a:srgbClr val="42710D"/>
                </a:solidFill>
                <a:latin typeface="Arial"/>
                <a:ea typeface="Arial"/>
                <a:cs typeface="Arial"/>
              </a:defRPr>
            </a:pPr>
            <a:r>
              <a:rPr sz="1875" b="1">
                <a:solidFill>
                  <a:srgbClr val="42710D"/>
                </a:solidFill>
                <a:latin typeface="Arial"/>
                <a:ea typeface="Arial"/>
                <a:cs typeface="Arial"/>
              </a:rPr>
              <a:t>/backend</a:t>
            </a:r>
          </a:p>
        </p:txBody>
      </p:sp>
      <p:sp>
        <p:nvSpPr>
          <p:cNvPr id="10" name="editable-text">
            <a:extLst xmlns:a="http://schemas.openxmlformats.org/drawingml/2006/main">
              <a:ext uri="{FF2B5EF4-FFF2-40B4-BE49-F238E27FC236}">
                <a16:creationId xmlns:a16="http://schemas.microsoft.com/office/drawing/2014/main" id="{4A99E385-C68A-429B-8DB4-1021D218CB1B}"/>
              </a:ext>
            </a:extLst>
          </p:cNvPr>
          <p:cNvSpPr>
            <a:spLocks xmlns:a="http://schemas.openxmlformats.org/drawingml/2006/main" noGrp="1"/>
          </p:cNvSpPr>
          <p:nvPr/>
        </p:nvSpPr>
        <p:spPr>
          <a:xfrm xmlns:a="http://schemas.openxmlformats.org/drawingml/2006/main">
            <a:off x="3638550" y="3638550"/>
            <a:ext cx="75723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172317"/>
                </a:solidFill>
                <a:latin typeface="Arial"/>
                <a:ea typeface="Arial"/>
                <a:cs typeface="Arial"/>
              </a:defRPr>
            </a:defPPr>
            <a:lvl1pPr algn="l">
              <a:defRPr sz="1800" b="0">
                <a:solidFill>
                  <a:srgbClr val="172317"/>
                </a:solidFill>
                <a:latin typeface="Arial"/>
                <a:ea typeface="Arial"/>
                <a:cs typeface="Arial"/>
              </a:defRPr>
            </a:lvl1pPr>
            <a:lvl2pPr algn="l">
              <a:defRPr sz="1800" b="0">
                <a:solidFill>
                  <a:srgbClr val="172317"/>
                </a:solidFill>
                <a:latin typeface="Arial"/>
                <a:ea typeface="Arial"/>
                <a:cs typeface="Arial"/>
              </a:defRPr>
            </a:lvl2pPr>
            <a:lvl3pPr algn="l">
              <a:defRPr sz="1800" b="0">
                <a:solidFill>
                  <a:srgbClr val="172317"/>
                </a:solidFill>
                <a:latin typeface="Arial"/>
                <a:ea typeface="Arial"/>
                <a:cs typeface="Arial"/>
              </a:defRPr>
            </a:lvl3pPr>
            <a:lvl4pPr algn="l">
              <a:defRPr sz="1800" b="0">
                <a:solidFill>
                  <a:srgbClr val="172317"/>
                </a:solidFill>
                <a:latin typeface="Arial"/>
                <a:ea typeface="Arial"/>
                <a:cs typeface="Arial"/>
              </a:defRPr>
            </a:lvl4pPr>
            <a:lvl5pPr algn="l">
              <a:defRPr sz="1800" b="0">
                <a:solidFill>
                  <a:srgbClr val="172317"/>
                </a:solidFill>
                <a:latin typeface="Arial"/>
                <a:ea typeface="Arial"/>
                <a:cs typeface="Arial"/>
              </a:defRPr>
            </a:lvl5pPr>
            <a:lvl6pPr algn="l">
              <a:defRPr sz="1800" b="0">
                <a:solidFill>
                  <a:srgbClr val="172317"/>
                </a:solidFill>
                <a:latin typeface="Arial"/>
                <a:ea typeface="Arial"/>
                <a:cs typeface="Arial"/>
              </a:defRPr>
            </a:lvl6pPr>
            <a:lvl7pPr algn="l">
              <a:defRPr sz="1800" b="0">
                <a:solidFill>
                  <a:srgbClr val="172317"/>
                </a:solidFill>
                <a:latin typeface="Arial"/>
                <a:ea typeface="Arial"/>
                <a:cs typeface="Arial"/>
              </a:defRPr>
            </a:lvl7pPr>
            <a:lvl8pPr algn="l">
              <a:defRPr sz="1800" b="0">
                <a:solidFill>
                  <a:srgbClr val="172317"/>
                </a:solidFill>
                <a:latin typeface="Arial"/>
                <a:ea typeface="Arial"/>
                <a:cs typeface="Arial"/>
              </a:defRPr>
            </a:lvl8pPr>
            <a:lvl9pPr algn="l">
              <a:defRPr sz="1800" b="0">
                <a:solidFill>
                  <a:srgbClr val="172317"/>
                </a:solidFill>
                <a:latin typeface="Arial"/>
                <a:ea typeface="Arial"/>
                <a:cs typeface="Arial"/>
              </a:defRPr>
            </a:lvl9pPr>
          </a:lstStyle>
          <a:p xmlns:a="http://schemas.openxmlformats.org/drawingml/2006/main">
            <a:pPr algn="l">
              <a:defRPr sz="1800" b="0">
                <a:solidFill>
                  <a:srgbClr val="172317"/>
                </a:solidFill>
                <a:latin typeface="Arial"/>
                <a:ea typeface="Arial"/>
                <a:cs typeface="Arial"/>
              </a:defRPr>
            </a:pPr>
            <a:r>
              <a:rPr sz="1800" b="0">
                <a:solidFill>
                  <a:srgbClr val="172317"/>
                </a:solidFill>
                <a:latin typeface="Arial"/>
                <a:ea typeface="Arial"/>
                <a:cs typeface="Arial"/>
              </a:rPr>
              <a:t>Sunucu ve API davranışını proje mimarisine uygun geliştirir.</a:t>
            </a:r>
          </a:p>
        </p:txBody>
      </p:sp>
      <p:sp>
        <p:nvSpPr>
          <p:cNvPr id="11" name="background-or-rule">
            <a:extLst xmlns:a="http://schemas.openxmlformats.org/drawingml/2006/main">
              <a:ext uri="{FF2B5EF4-FFF2-40B4-BE49-F238E27FC236}">
                <a16:creationId xmlns:a16="http://schemas.microsoft.com/office/drawing/2014/main" id="{A16E27D2-0384-4170-86B8-0F2A6242A399}"/>
              </a:ext>
            </a:extLst>
          </p:cNvPr>
          <p:cNvSpPr>
            <a:spLocks xmlns:a="http://schemas.openxmlformats.org/drawingml/2006/main" noGrp="1"/>
          </p:cNvSpPr>
          <p:nvPr/>
        </p:nvSpPr>
        <p:spPr>
          <a:xfrm xmlns:a="http://schemas.openxmlformats.org/drawingml/2006/main">
            <a:off x="742950" y="4286250"/>
            <a:ext cx="10382250" cy="9525"/>
          </a:xfrm>
          <a:prstGeom xmlns:a="http://schemas.openxmlformats.org/drawingml/2006/main" prst="rect">
            <a:avLst/>
          </a:prstGeom>
          <a:solidFill xmlns:a="http://schemas.openxmlformats.org/drawingml/2006/main">
            <a:srgbClr val="C5D3BA"/>
          </a:solidFill>
          <a:ln xmlns:a="http://schemas.openxmlformats.org/drawingml/2006/main" w="0">
            <a:noFill/>
            <a:prstDash val="solid"/>
          </a:ln>
        </p:spPr>
      </p:sp>
      <p:sp>
        <p:nvSpPr>
          <p:cNvPr id="12" name="editable-text">
            <a:extLst xmlns:a="http://schemas.openxmlformats.org/drawingml/2006/main">
              <a:ext uri="{FF2B5EF4-FFF2-40B4-BE49-F238E27FC236}">
                <a16:creationId xmlns:a16="http://schemas.microsoft.com/office/drawing/2014/main" id="{03902DB2-A5E0-4CBD-856E-7C64A651D566}"/>
              </a:ext>
            </a:extLst>
          </p:cNvPr>
          <p:cNvSpPr>
            <a:spLocks xmlns:a="http://schemas.openxmlformats.org/drawingml/2006/main" noGrp="1"/>
          </p:cNvSpPr>
          <p:nvPr/>
        </p:nvSpPr>
        <p:spPr>
          <a:xfrm xmlns:a="http://schemas.openxmlformats.org/drawingml/2006/main">
            <a:off x="742950" y="44958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3446"/>
          </a:bodyPr>
          <a:lstStyle xmlns:a="http://schemas.openxmlformats.org/drawingml/2006/main">
            <a:defPPr algn="l">
              <a:defRPr sz="1875" b="1">
                <a:solidFill>
                  <a:srgbClr val="42710D"/>
                </a:solidFill>
                <a:latin typeface="Arial"/>
                <a:ea typeface="Arial"/>
                <a:cs typeface="Arial"/>
              </a:defRPr>
            </a:defPPr>
            <a:lvl1pPr algn="l">
              <a:defRPr sz="1875" b="1">
                <a:solidFill>
                  <a:srgbClr val="42710D"/>
                </a:solidFill>
                <a:latin typeface="Arial"/>
                <a:ea typeface="Arial"/>
                <a:cs typeface="Arial"/>
              </a:defRPr>
            </a:lvl1pPr>
            <a:lvl2pPr algn="l">
              <a:defRPr sz="1875" b="1">
                <a:solidFill>
                  <a:srgbClr val="42710D"/>
                </a:solidFill>
                <a:latin typeface="Arial"/>
                <a:ea typeface="Arial"/>
                <a:cs typeface="Arial"/>
              </a:defRPr>
            </a:lvl2pPr>
            <a:lvl3pPr algn="l">
              <a:defRPr sz="1875" b="1">
                <a:solidFill>
                  <a:srgbClr val="42710D"/>
                </a:solidFill>
                <a:latin typeface="Arial"/>
                <a:ea typeface="Arial"/>
                <a:cs typeface="Arial"/>
              </a:defRPr>
            </a:lvl3pPr>
            <a:lvl4pPr algn="l">
              <a:defRPr sz="1875" b="1">
                <a:solidFill>
                  <a:srgbClr val="42710D"/>
                </a:solidFill>
                <a:latin typeface="Arial"/>
                <a:ea typeface="Arial"/>
                <a:cs typeface="Arial"/>
              </a:defRPr>
            </a:lvl4pPr>
            <a:lvl5pPr algn="l">
              <a:defRPr sz="1875" b="1">
                <a:solidFill>
                  <a:srgbClr val="42710D"/>
                </a:solidFill>
                <a:latin typeface="Arial"/>
                <a:ea typeface="Arial"/>
                <a:cs typeface="Arial"/>
              </a:defRPr>
            </a:lvl5pPr>
            <a:lvl6pPr algn="l">
              <a:defRPr sz="1875" b="1">
                <a:solidFill>
                  <a:srgbClr val="42710D"/>
                </a:solidFill>
                <a:latin typeface="Arial"/>
                <a:ea typeface="Arial"/>
                <a:cs typeface="Arial"/>
              </a:defRPr>
            </a:lvl6pPr>
            <a:lvl7pPr algn="l">
              <a:defRPr sz="1875" b="1">
                <a:solidFill>
                  <a:srgbClr val="42710D"/>
                </a:solidFill>
                <a:latin typeface="Arial"/>
                <a:ea typeface="Arial"/>
                <a:cs typeface="Arial"/>
              </a:defRPr>
            </a:lvl7pPr>
            <a:lvl8pPr algn="l">
              <a:defRPr sz="1875" b="1">
                <a:solidFill>
                  <a:srgbClr val="42710D"/>
                </a:solidFill>
                <a:latin typeface="Arial"/>
                <a:ea typeface="Arial"/>
                <a:cs typeface="Arial"/>
              </a:defRPr>
            </a:lvl8pPr>
            <a:lvl9pPr algn="l">
              <a:defRPr sz="1875" b="1">
                <a:solidFill>
                  <a:srgbClr val="42710D"/>
                </a:solidFill>
                <a:latin typeface="Arial"/>
                <a:ea typeface="Arial"/>
                <a:cs typeface="Arial"/>
              </a:defRPr>
            </a:lvl9pPr>
          </a:lstStyle>
          <a:p xmlns:a="http://schemas.openxmlformats.org/drawingml/2006/main">
            <a:pPr algn="l">
              <a:defRPr sz="1875" b="1">
                <a:solidFill>
                  <a:srgbClr val="42710D"/>
                </a:solidFill>
                <a:latin typeface="Arial"/>
                <a:ea typeface="Arial"/>
                <a:cs typeface="Arial"/>
              </a:defRPr>
            </a:pPr>
            <a:r>
              <a:rPr sz="1875" b="1">
                <a:solidFill>
                  <a:srgbClr val="42710D"/>
                </a:solidFill>
                <a:latin typeface="Arial"/>
                <a:ea typeface="Arial"/>
                <a:cs typeface="Arial"/>
              </a:rPr>
              <a:t>/codereview · /debuganalysis</a:t>
            </a:r>
          </a:p>
        </p:txBody>
      </p:sp>
      <p:sp>
        <p:nvSpPr>
          <p:cNvPr id="13" name="editable-text">
            <a:extLst xmlns:a="http://schemas.openxmlformats.org/drawingml/2006/main">
              <a:ext uri="{FF2B5EF4-FFF2-40B4-BE49-F238E27FC236}">
                <a16:creationId xmlns:a16="http://schemas.microsoft.com/office/drawing/2014/main" id="{B22A637F-F9DD-4680-ACDC-335777B0C592}"/>
              </a:ext>
            </a:extLst>
          </p:cNvPr>
          <p:cNvSpPr>
            <a:spLocks xmlns:a="http://schemas.openxmlformats.org/drawingml/2006/main" noGrp="1"/>
          </p:cNvSpPr>
          <p:nvPr/>
        </p:nvSpPr>
        <p:spPr>
          <a:xfrm xmlns:a="http://schemas.openxmlformats.org/drawingml/2006/main">
            <a:off x="3638550" y="4495800"/>
            <a:ext cx="75723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172317"/>
                </a:solidFill>
                <a:latin typeface="Arial"/>
                <a:ea typeface="Arial"/>
                <a:cs typeface="Arial"/>
              </a:defRPr>
            </a:defPPr>
            <a:lvl1pPr algn="l">
              <a:defRPr sz="1800" b="0">
                <a:solidFill>
                  <a:srgbClr val="172317"/>
                </a:solidFill>
                <a:latin typeface="Arial"/>
                <a:ea typeface="Arial"/>
                <a:cs typeface="Arial"/>
              </a:defRPr>
            </a:lvl1pPr>
            <a:lvl2pPr algn="l">
              <a:defRPr sz="1800" b="0">
                <a:solidFill>
                  <a:srgbClr val="172317"/>
                </a:solidFill>
                <a:latin typeface="Arial"/>
                <a:ea typeface="Arial"/>
                <a:cs typeface="Arial"/>
              </a:defRPr>
            </a:lvl2pPr>
            <a:lvl3pPr algn="l">
              <a:defRPr sz="1800" b="0">
                <a:solidFill>
                  <a:srgbClr val="172317"/>
                </a:solidFill>
                <a:latin typeface="Arial"/>
                <a:ea typeface="Arial"/>
                <a:cs typeface="Arial"/>
              </a:defRPr>
            </a:lvl3pPr>
            <a:lvl4pPr algn="l">
              <a:defRPr sz="1800" b="0">
                <a:solidFill>
                  <a:srgbClr val="172317"/>
                </a:solidFill>
                <a:latin typeface="Arial"/>
                <a:ea typeface="Arial"/>
                <a:cs typeface="Arial"/>
              </a:defRPr>
            </a:lvl4pPr>
            <a:lvl5pPr algn="l">
              <a:defRPr sz="1800" b="0">
                <a:solidFill>
                  <a:srgbClr val="172317"/>
                </a:solidFill>
                <a:latin typeface="Arial"/>
                <a:ea typeface="Arial"/>
                <a:cs typeface="Arial"/>
              </a:defRPr>
            </a:lvl5pPr>
            <a:lvl6pPr algn="l">
              <a:defRPr sz="1800" b="0">
                <a:solidFill>
                  <a:srgbClr val="172317"/>
                </a:solidFill>
                <a:latin typeface="Arial"/>
                <a:ea typeface="Arial"/>
                <a:cs typeface="Arial"/>
              </a:defRPr>
            </a:lvl6pPr>
            <a:lvl7pPr algn="l">
              <a:defRPr sz="1800" b="0">
                <a:solidFill>
                  <a:srgbClr val="172317"/>
                </a:solidFill>
                <a:latin typeface="Arial"/>
                <a:ea typeface="Arial"/>
                <a:cs typeface="Arial"/>
              </a:defRPr>
            </a:lvl7pPr>
            <a:lvl8pPr algn="l">
              <a:defRPr sz="1800" b="0">
                <a:solidFill>
                  <a:srgbClr val="172317"/>
                </a:solidFill>
                <a:latin typeface="Arial"/>
                <a:ea typeface="Arial"/>
                <a:cs typeface="Arial"/>
              </a:defRPr>
            </a:lvl8pPr>
            <a:lvl9pPr algn="l">
              <a:defRPr sz="1800" b="0">
                <a:solidFill>
                  <a:srgbClr val="172317"/>
                </a:solidFill>
                <a:latin typeface="Arial"/>
                <a:ea typeface="Arial"/>
                <a:cs typeface="Arial"/>
              </a:defRPr>
            </a:lvl9pPr>
          </a:lstStyle>
          <a:p xmlns:a="http://schemas.openxmlformats.org/drawingml/2006/main">
            <a:pPr algn="l">
              <a:defRPr sz="1800" b="0">
                <a:solidFill>
                  <a:srgbClr val="172317"/>
                </a:solidFill>
                <a:latin typeface="Arial"/>
                <a:ea typeface="Arial"/>
                <a:cs typeface="Arial"/>
              </a:defRPr>
            </a:pPr>
            <a:r>
              <a:rPr sz="1800" b="0">
                <a:solidFill>
                  <a:srgbClr val="172317"/>
                </a:solidFill>
                <a:latin typeface="Arial"/>
                <a:ea typeface="Arial"/>
                <a:cs typeface="Arial"/>
              </a:rPr>
              <a:t>Kod incelemesi ve hata nedenini analiz eder; salt okunur çalışır.</a:t>
            </a:r>
          </a:p>
        </p:txBody>
      </p:sp>
      <p:sp>
        <p:nvSpPr>
          <p:cNvPr id="14" name="background-or-rule">
            <a:extLst xmlns:a="http://schemas.openxmlformats.org/drawingml/2006/main">
              <a:ext uri="{FF2B5EF4-FFF2-40B4-BE49-F238E27FC236}">
                <a16:creationId xmlns:a16="http://schemas.microsoft.com/office/drawing/2014/main" id="{2DC2EAF8-51DE-4A03-A73A-C63B1A65F268}"/>
              </a:ext>
            </a:extLst>
          </p:cNvPr>
          <p:cNvSpPr>
            <a:spLocks xmlns:a="http://schemas.openxmlformats.org/drawingml/2006/main" noGrp="1"/>
          </p:cNvSpPr>
          <p:nvPr/>
        </p:nvSpPr>
        <p:spPr>
          <a:xfrm xmlns:a="http://schemas.openxmlformats.org/drawingml/2006/main">
            <a:off x="742950" y="5143500"/>
            <a:ext cx="10382250" cy="9525"/>
          </a:xfrm>
          <a:prstGeom xmlns:a="http://schemas.openxmlformats.org/drawingml/2006/main" prst="rect">
            <a:avLst/>
          </a:prstGeom>
          <a:solidFill xmlns:a="http://schemas.openxmlformats.org/drawingml/2006/main">
            <a:srgbClr val="C5D3BA"/>
          </a:solidFill>
          <a:ln xmlns:a="http://schemas.openxmlformats.org/drawingml/2006/main" w="0">
            <a:noFill/>
            <a:prstDash val="solid"/>
          </a:ln>
        </p:spPr>
      </p:sp>
      <p:sp>
        <p:nvSpPr>
          <p:cNvPr id="15" name="editable-text">
            <a:extLst xmlns:a="http://schemas.openxmlformats.org/drawingml/2006/main">
              <a:ext uri="{FF2B5EF4-FFF2-40B4-BE49-F238E27FC236}">
                <a16:creationId xmlns:a16="http://schemas.microsoft.com/office/drawing/2014/main" id="{A900FDBE-6487-4B11-92A5-9F7034E4283E}"/>
              </a:ext>
            </a:extLst>
          </p:cNvPr>
          <p:cNvSpPr>
            <a:spLocks xmlns:a="http://schemas.openxmlformats.org/drawingml/2006/main" noGrp="1"/>
          </p:cNvSpPr>
          <p:nvPr/>
        </p:nvSpPr>
        <p:spPr>
          <a:xfrm xmlns:a="http://schemas.openxmlformats.org/drawingml/2006/main">
            <a:off x="742950" y="53530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42710D"/>
                </a:solidFill>
                <a:latin typeface="Arial"/>
                <a:ea typeface="Arial"/>
                <a:cs typeface="Arial"/>
              </a:defRPr>
            </a:defPPr>
            <a:lvl1pPr algn="l">
              <a:defRPr sz="1875" b="1">
                <a:solidFill>
                  <a:srgbClr val="42710D"/>
                </a:solidFill>
                <a:latin typeface="Arial"/>
                <a:ea typeface="Arial"/>
                <a:cs typeface="Arial"/>
              </a:defRPr>
            </a:lvl1pPr>
            <a:lvl2pPr algn="l">
              <a:defRPr sz="1875" b="1">
                <a:solidFill>
                  <a:srgbClr val="42710D"/>
                </a:solidFill>
                <a:latin typeface="Arial"/>
                <a:ea typeface="Arial"/>
                <a:cs typeface="Arial"/>
              </a:defRPr>
            </a:lvl2pPr>
            <a:lvl3pPr algn="l">
              <a:defRPr sz="1875" b="1">
                <a:solidFill>
                  <a:srgbClr val="42710D"/>
                </a:solidFill>
                <a:latin typeface="Arial"/>
                <a:ea typeface="Arial"/>
                <a:cs typeface="Arial"/>
              </a:defRPr>
            </a:lvl3pPr>
            <a:lvl4pPr algn="l">
              <a:defRPr sz="1875" b="1">
                <a:solidFill>
                  <a:srgbClr val="42710D"/>
                </a:solidFill>
                <a:latin typeface="Arial"/>
                <a:ea typeface="Arial"/>
                <a:cs typeface="Arial"/>
              </a:defRPr>
            </a:lvl4pPr>
            <a:lvl5pPr algn="l">
              <a:defRPr sz="1875" b="1">
                <a:solidFill>
                  <a:srgbClr val="42710D"/>
                </a:solidFill>
                <a:latin typeface="Arial"/>
                <a:ea typeface="Arial"/>
                <a:cs typeface="Arial"/>
              </a:defRPr>
            </a:lvl5pPr>
            <a:lvl6pPr algn="l">
              <a:defRPr sz="1875" b="1">
                <a:solidFill>
                  <a:srgbClr val="42710D"/>
                </a:solidFill>
                <a:latin typeface="Arial"/>
                <a:ea typeface="Arial"/>
                <a:cs typeface="Arial"/>
              </a:defRPr>
            </a:lvl6pPr>
            <a:lvl7pPr algn="l">
              <a:defRPr sz="1875" b="1">
                <a:solidFill>
                  <a:srgbClr val="42710D"/>
                </a:solidFill>
                <a:latin typeface="Arial"/>
                <a:ea typeface="Arial"/>
                <a:cs typeface="Arial"/>
              </a:defRPr>
            </a:lvl7pPr>
            <a:lvl8pPr algn="l">
              <a:defRPr sz="1875" b="1">
                <a:solidFill>
                  <a:srgbClr val="42710D"/>
                </a:solidFill>
                <a:latin typeface="Arial"/>
                <a:ea typeface="Arial"/>
                <a:cs typeface="Arial"/>
              </a:defRPr>
            </a:lvl8pPr>
            <a:lvl9pPr algn="l">
              <a:defRPr sz="1875" b="1">
                <a:solidFill>
                  <a:srgbClr val="42710D"/>
                </a:solidFill>
                <a:latin typeface="Arial"/>
                <a:ea typeface="Arial"/>
                <a:cs typeface="Arial"/>
              </a:defRPr>
            </a:lvl9pPr>
          </a:lstStyle>
          <a:p xmlns:a="http://schemas.openxmlformats.org/drawingml/2006/main">
            <a:pPr algn="l">
              <a:defRPr sz="1875" b="1">
                <a:solidFill>
                  <a:srgbClr val="42710D"/>
                </a:solidFill>
                <a:latin typeface="Arial"/>
                <a:ea typeface="Arial"/>
                <a:cs typeface="Arial"/>
              </a:defRPr>
            </a:pPr>
            <a:r>
              <a:rPr sz="1875" b="1">
                <a:solidFill>
                  <a:srgbClr val="42710D"/>
                </a:solidFill>
                <a:latin typeface="Arial"/>
                <a:ea typeface="Arial"/>
                <a:cs typeface="Arial"/>
              </a:rPr>
              <a:t>/imagegen</a:t>
            </a:r>
          </a:p>
        </p:txBody>
      </p:sp>
      <p:sp>
        <p:nvSpPr>
          <p:cNvPr id="16" name="editable-text">
            <a:extLst xmlns:a="http://schemas.openxmlformats.org/drawingml/2006/main">
              <a:ext uri="{FF2B5EF4-FFF2-40B4-BE49-F238E27FC236}">
                <a16:creationId xmlns:a16="http://schemas.microsoft.com/office/drawing/2014/main" id="{4A007323-5049-4464-BC7D-45B704492822}"/>
              </a:ext>
            </a:extLst>
          </p:cNvPr>
          <p:cNvSpPr>
            <a:spLocks xmlns:a="http://schemas.openxmlformats.org/drawingml/2006/main" noGrp="1"/>
          </p:cNvSpPr>
          <p:nvPr/>
        </p:nvSpPr>
        <p:spPr>
          <a:xfrm xmlns:a="http://schemas.openxmlformats.org/drawingml/2006/main">
            <a:off x="3638550" y="5353050"/>
            <a:ext cx="75723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172317"/>
                </a:solidFill>
                <a:latin typeface="Arial"/>
                <a:ea typeface="Arial"/>
                <a:cs typeface="Arial"/>
              </a:defRPr>
            </a:defPPr>
            <a:lvl1pPr algn="l">
              <a:defRPr sz="1800" b="0">
                <a:solidFill>
                  <a:srgbClr val="172317"/>
                </a:solidFill>
                <a:latin typeface="Arial"/>
                <a:ea typeface="Arial"/>
                <a:cs typeface="Arial"/>
              </a:defRPr>
            </a:lvl1pPr>
            <a:lvl2pPr algn="l">
              <a:defRPr sz="1800" b="0">
                <a:solidFill>
                  <a:srgbClr val="172317"/>
                </a:solidFill>
                <a:latin typeface="Arial"/>
                <a:ea typeface="Arial"/>
                <a:cs typeface="Arial"/>
              </a:defRPr>
            </a:lvl2pPr>
            <a:lvl3pPr algn="l">
              <a:defRPr sz="1800" b="0">
                <a:solidFill>
                  <a:srgbClr val="172317"/>
                </a:solidFill>
                <a:latin typeface="Arial"/>
                <a:ea typeface="Arial"/>
                <a:cs typeface="Arial"/>
              </a:defRPr>
            </a:lvl3pPr>
            <a:lvl4pPr algn="l">
              <a:defRPr sz="1800" b="0">
                <a:solidFill>
                  <a:srgbClr val="172317"/>
                </a:solidFill>
                <a:latin typeface="Arial"/>
                <a:ea typeface="Arial"/>
                <a:cs typeface="Arial"/>
              </a:defRPr>
            </a:lvl4pPr>
            <a:lvl5pPr algn="l">
              <a:defRPr sz="1800" b="0">
                <a:solidFill>
                  <a:srgbClr val="172317"/>
                </a:solidFill>
                <a:latin typeface="Arial"/>
                <a:ea typeface="Arial"/>
                <a:cs typeface="Arial"/>
              </a:defRPr>
            </a:lvl5pPr>
            <a:lvl6pPr algn="l">
              <a:defRPr sz="1800" b="0">
                <a:solidFill>
                  <a:srgbClr val="172317"/>
                </a:solidFill>
                <a:latin typeface="Arial"/>
                <a:ea typeface="Arial"/>
                <a:cs typeface="Arial"/>
              </a:defRPr>
            </a:lvl6pPr>
            <a:lvl7pPr algn="l">
              <a:defRPr sz="1800" b="0">
                <a:solidFill>
                  <a:srgbClr val="172317"/>
                </a:solidFill>
                <a:latin typeface="Arial"/>
                <a:ea typeface="Arial"/>
                <a:cs typeface="Arial"/>
              </a:defRPr>
            </a:lvl7pPr>
            <a:lvl8pPr algn="l">
              <a:defRPr sz="1800" b="0">
                <a:solidFill>
                  <a:srgbClr val="172317"/>
                </a:solidFill>
                <a:latin typeface="Arial"/>
                <a:ea typeface="Arial"/>
                <a:cs typeface="Arial"/>
              </a:defRPr>
            </a:lvl8pPr>
            <a:lvl9pPr algn="l">
              <a:defRPr sz="1800" b="0">
                <a:solidFill>
                  <a:srgbClr val="172317"/>
                </a:solidFill>
                <a:latin typeface="Arial"/>
                <a:ea typeface="Arial"/>
                <a:cs typeface="Arial"/>
              </a:defRPr>
            </a:lvl9pPr>
          </a:lstStyle>
          <a:p xmlns:a="http://schemas.openxmlformats.org/drawingml/2006/main">
            <a:pPr algn="l">
              <a:defRPr sz="1800" b="0">
                <a:solidFill>
                  <a:srgbClr val="172317"/>
                </a:solidFill>
                <a:latin typeface="Arial"/>
                <a:ea typeface="Arial"/>
                <a:cs typeface="Arial"/>
              </a:defRPr>
            </a:pPr>
            <a:r>
              <a:rPr sz="1800" b="0">
                <a:solidFill>
                  <a:srgbClr val="172317"/>
                </a:solidFill>
                <a:latin typeface="Arial"/>
                <a:ea typeface="Arial"/>
                <a:cs typeface="Arial"/>
              </a:rPr>
              <a:t>İsteğe bağlı görsel varlığı üretir; arayüzün yerine görsel sunmaz.</a:t>
            </a:r>
          </a:p>
        </p:txBody>
      </p:sp>
      <p:sp>
        <p:nvSpPr>
          <p:cNvPr id="17" name="background-or-rule">
            <a:extLst xmlns:a="http://schemas.openxmlformats.org/drawingml/2006/main">
              <a:ext uri="{FF2B5EF4-FFF2-40B4-BE49-F238E27FC236}">
                <a16:creationId xmlns:a16="http://schemas.microsoft.com/office/drawing/2014/main" id="{B1B8630A-BDF8-453A-9423-947D13A2B1D8}"/>
              </a:ext>
            </a:extLst>
          </p:cNvPr>
          <p:cNvSpPr>
            <a:spLocks xmlns:a="http://schemas.openxmlformats.org/drawingml/2006/main" noGrp="1"/>
          </p:cNvSpPr>
          <p:nvPr/>
        </p:nvSpPr>
        <p:spPr>
          <a:xfrm xmlns:a="http://schemas.openxmlformats.org/drawingml/2006/main">
            <a:off x="742950" y="6000750"/>
            <a:ext cx="10382250" cy="9525"/>
          </a:xfrm>
          <a:prstGeom xmlns:a="http://schemas.openxmlformats.org/drawingml/2006/main" prst="rect">
            <a:avLst/>
          </a:prstGeom>
          <a:solidFill xmlns:a="http://schemas.openxmlformats.org/drawingml/2006/main">
            <a:srgbClr val="C5D3BA"/>
          </a:solidFill>
          <a:ln xmlns:a="http://schemas.openxmlformats.org/drawingml/2006/main" w="0">
            <a:noFill/>
            <a:prstDash val="solid"/>
          </a:ln>
        </p:spPr>
      </p:sp>
    </p:spTree>
    <p:extLst>
      <p:ext uri="{BB962C8B-B14F-4D97-AF65-F5344CB8AC3E}">
        <p14:creationId xmlns:p14="http://schemas.microsoft.com/office/powerpoint/2010/main" val="1226532259"/>
      </p:ext>
    </p:extLst>
  </p:cSld>
</p:sld>
</file>

<file path=ppt/slides/slide4.xml><?xml version="1.0" encoding="utf-8"?>
<p:sld xmlns:p="http://schemas.openxmlformats.org/presentationml/2006/main">
  <p:cSld>
    <p:bg>
      <p:bgPr>
        <a:solidFill xmlns:a="http://schemas.openxmlformats.org/drawingml/2006/main">
          <a:srgbClr val="F7FAF3"/>
        </a:solidFill>
      </p:bgPr>
    </p:bg>
    <p:spTree>
      <p:nvGrpSpPr>
        <p:cNvPr id="1" name=""/>
        <p:cNvGrpSpPr/>
        <p:nvPr/>
      </p:nvGrpSpPr>
      <p:grpSpPr>
        <a:xfrm xmlns:a="http://schemas.openxmlformats.org/drawingml/2006/main"/>
      </p:grpSpPr>
      <p:sp>
        <p:nvSpPr>
          <p:cNvPr id="16" name="editable-text">
            <a:extLst xmlns:a="http://schemas.openxmlformats.org/drawingml/2006/main">
              <a:ext uri="{FF2B5EF4-FFF2-40B4-BE49-F238E27FC236}">
                <a16:creationId xmlns:a16="http://schemas.microsoft.com/office/drawing/2014/main" id="{21D5ECAF-F190-4999-92F3-4CCD3D4A1116}"/>
              </a:ext>
            </a:extLst>
          </p:cNvPr>
          <p:cNvSpPr>
            <a:spLocks xmlns:a="http://schemas.openxmlformats.org/drawingml/2006/main" noGrp="1"/>
          </p:cNvSpPr>
          <p:nvPr/>
        </p:nvSpPr>
        <p:spPr>
          <a:xfrm xmlns:a="http://schemas.openxmlformats.org/drawingml/2006/main">
            <a:off x="619125" y="33337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42710D"/>
                </a:solidFill>
                <a:latin typeface="Arial"/>
                <a:ea typeface="Arial"/>
                <a:cs typeface="Arial"/>
              </a:defRPr>
            </a:defPPr>
            <a:lvl1pPr algn="l">
              <a:defRPr sz="1200" b="1">
                <a:solidFill>
                  <a:srgbClr val="42710D"/>
                </a:solidFill>
                <a:latin typeface="Arial"/>
                <a:ea typeface="Arial"/>
                <a:cs typeface="Arial"/>
              </a:defRPr>
            </a:lvl1pPr>
            <a:lvl2pPr algn="l">
              <a:defRPr sz="1200" b="1">
                <a:solidFill>
                  <a:srgbClr val="42710D"/>
                </a:solidFill>
                <a:latin typeface="Arial"/>
                <a:ea typeface="Arial"/>
                <a:cs typeface="Arial"/>
              </a:defRPr>
            </a:lvl2pPr>
            <a:lvl3pPr algn="l">
              <a:defRPr sz="1200" b="1">
                <a:solidFill>
                  <a:srgbClr val="42710D"/>
                </a:solidFill>
                <a:latin typeface="Arial"/>
                <a:ea typeface="Arial"/>
                <a:cs typeface="Arial"/>
              </a:defRPr>
            </a:lvl3pPr>
            <a:lvl4pPr algn="l">
              <a:defRPr sz="1200" b="1">
                <a:solidFill>
                  <a:srgbClr val="42710D"/>
                </a:solidFill>
                <a:latin typeface="Arial"/>
                <a:ea typeface="Arial"/>
                <a:cs typeface="Arial"/>
              </a:defRPr>
            </a:lvl4pPr>
            <a:lvl5pPr algn="l">
              <a:defRPr sz="1200" b="1">
                <a:solidFill>
                  <a:srgbClr val="42710D"/>
                </a:solidFill>
                <a:latin typeface="Arial"/>
                <a:ea typeface="Arial"/>
                <a:cs typeface="Arial"/>
              </a:defRPr>
            </a:lvl5pPr>
            <a:lvl6pPr algn="l">
              <a:defRPr sz="1200" b="1">
                <a:solidFill>
                  <a:srgbClr val="42710D"/>
                </a:solidFill>
                <a:latin typeface="Arial"/>
                <a:ea typeface="Arial"/>
                <a:cs typeface="Arial"/>
              </a:defRPr>
            </a:lvl6pPr>
            <a:lvl7pPr algn="l">
              <a:defRPr sz="1200" b="1">
                <a:solidFill>
                  <a:srgbClr val="42710D"/>
                </a:solidFill>
                <a:latin typeface="Arial"/>
                <a:ea typeface="Arial"/>
                <a:cs typeface="Arial"/>
              </a:defRPr>
            </a:lvl7pPr>
            <a:lvl8pPr algn="l">
              <a:defRPr sz="1200" b="1">
                <a:solidFill>
                  <a:srgbClr val="42710D"/>
                </a:solidFill>
                <a:latin typeface="Arial"/>
                <a:ea typeface="Arial"/>
                <a:cs typeface="Arial"/>
              </a:defRPr>
            </a:lvl8pPr>
            <a:lvl9pPr algn="l">
              <a:defRPr sz="1200" b="1">
                <a:solidFill>
                  <a:srgbClr val="42710D"/>
                </a:solidFill>
                <a:latin typeface="Arial"/>
                <a:ea typeface="Arial"/>
                <a:cs typeface="Arial"/>
              </a:defRPr>
            </a:lvl9pPr>
          </a:lstStyle>
          <a:p xmlns:a="http://schemas.openxmlformats.org/drawingml/2006/main">
            <a:pPr algn="l">
              <a:defRPr sz="1200" b="1">
                <a:solidFill>
                  <a:srgbClr val="42710D"/>
                </a:solidFill>
                <a:latin typeface="Arial"/>
                <a:ea typeface="Arial"/>
                <a:cs typeface="Arial"/>
              </a:defRPr>
            </a:pPr>
            <a:r>
              <a:rPr sz="1200" b="1">
                <a:solidFill>
                  <a:srgbClr val="42710D"/>
                </a:solidFill>
                <a:latin typeface="Arial"/>
                <a:ea typeface="Arial"/>
                <a:cs typeface="Arial"/>
              </a:rPr>
              <a:t>T BOT  /  V1</a:t>
            </a:r>
          </a:p>
        </p:txBody>
      </p:sp>
      <p:sp>
        <p:nvSpPr>
          <p:cNvPr id="2" name="editable-text">
            <a:extLst xmlns:a="http://schemas.openxmlformats.org/drawingml/2006/main">
              <a:ext uri="{FF2B5EF4-FFF2-40B4-BE49-F238E27FC236}">
                <a16:creationId xmlns:a16="http://schemas.microsoft.com/office/drawing/2014/main" id="{A25E9D0A-7F3E-4AD8-9ED7-C5CB106C8ED4}"/>
              </a:ext>
            </a:extLst>
          </p:cNvPr>
          <p:cNvSpPr>
            <a:spLocks xmlns:a="http://schemas.openxmlformats.org/drawingml/2006/main" noGrp="1"/>
          </p:cNvSpPr>
          <p:nvPr/>
        </p:nvSpPr>
        <p:spPr>
          <a:xfrm xmlns:a="http://schemas.openxmlformats.org/drawingml/2006/main">
            <a:off x="619125" y="742950"/>
            <a:ext cx="1095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72317"/>
                </a:solidFill>
                <a:latin typeface="Arial"/>
                <a:ea typeface="Arial"/>
                <a:cs typeface="Arial"/>
              </a:defRPr>
            </a:defPPr>
            <a:lvl1pPr algn="l">
              <a:defRPr sz="3225" b="1">
                <a:solidFill>
                  <a:srgbClr val="172317"/>
                </a:solidFill>
                <a:latin typeface="Arial"/>
                <a:ea typeface="Arial"/>
                <a:cs typeface="Arial"/>
              </a:defRPr>
            </a:lvl1pPr>
            <a:lvl2pPr algn="l">
              <a:defRPr sz="3225" b="1">
                <a:solidFill>
                  <a:srgbClr val="172317"/>
                </a:solidFill>
                <a:latin typeface="Arial"/>
                <a:ea typeface="Arial"/>
                <a:cs typeface="Arial"/>
              </a:defRPr>
            </a:lvl2pPr>
            <a:lvl3pPr algn="l">
              <a:defRPr sz="3225" b="1">
                <a:solidFill>
                  <a:srgbClr val="172317"/>
                </a:solidFill>
                <a:latin typeface="Arial"/>
                <a:ea typeface="Arial"/>
                <a:cs typeface="Arial"/>
              </a:defRPr>
            </a:lvl3pPr>
            <a:lvl4pPr algn="l">
              <a:defRPr sz="3225" b="1">
                <a:solidFill>
                  <a:srgbClr val="172317"/>
                </a:solidFill>
                <a:latin typeface="Arial"/>
                <a:ea typeface="Arial"/>
                <a:cs typeface="Arial"/>
              </a:defRPr>
            </a:lvl4pPr>
            <a:lvl5pPr algn="l">
              <a:defRPr sz="3225" b="1">
                <a:solidFill>
                  <a:srgbClr val="172317"/>
                </a:solidFill>
                <a:latin typeface="Arial"/>
                <a:ea typeface="Arial"/>
                <a:cs typeface="Arial"/>
              </a:defRPr>
            </a:lvl5pPr>
            <a:lvl6pPr algn="l">
              <a:defRPr sz="3225" b="1">
                <a:solidFill>
                  <a:srgbClr val="172317"/>
                </a:solidFill>
                <a:latin typeface="Arial"/>
                <a:ea typeface="Arial"/>
                <a:cs typeface="Arial"/>
              </a:defRPr>
            </a:lvl6pPr>
            <a:lvl7pPr algn="l">
              <a:defRPr sz="3225" b="1">
                <a:solidFill>
                  <a:srgbClr val="172317"/>
                </a:solidFill>
                <a:latin typeface="Arial"/>
                <a:ea typeface="Arial"/>
                <a:cs typeface="Arial"/>
              </a:defRPr>
            </a:lvl7pPr>
            <a:lvl8pPr algn="l">
              <a:defRPr sz="3225" b="1">
                <a:solidFill>
                  <a:srgbClr val="172317"/>
                </a:solidFill>
                <a:latin typeface="Arial"/>
                <a:ea typeface="Arial"/>
                <a:cs typeface="Arial"/>
              </a:defRPr>
            </a:lvl8pPr>
            <a:lvl9pPr algn="l">
              <a:defRPr sz="3225" b="1">
                <a:solidFill>
                  <a:srgbClr val="172317"/>
                </a:solidFill>
                <a:latin typeface="Arial"/>
                <a:ea typeface="Arial"/>
                <a:cs typeface="Arial"/>
              </a:defRPr>
            </a:lvl9pPr>
          </a:lstStyle>
          <a:p xmlns:a="http://schemas.openxmlformats.org/drawingml/2006/main">
            <a:pPr algn="l">
              <a:defRPr sz="3225" b="1">
                <a:solidFill>
                  <a:srgbClr val="172317"/>
                </a:solidFill>
                <a:latin typeface="Arial"/>
                <a:ea typeface="Arial"/>
                <a:cs typeface="Arial"/>
              </a:defRPr>
            </a:pPr>
            <a:r>
              <a:rPr sz="3225" b="1">
                <a:solidFill>
                  <a:srgbClr val="172317"/>
                </a:solidFill>
                <a:latin typeface="Arial"/>
                <a:ea typeface="Arial"/>
                <a:cs typeface="Arial"/>
              </a:rPr>
              <a:t>Vercel, Supabase ve GitHub MCP</a:t>
            </a:r>
          </a:p>
        </p:txBody>
      </p:sp>
      <p:sp>
        <p:nvSpPr>
          <p:cNvPr id="3" name="background-or-rule">
            <a:extLst xmlns:a="http://schemas.openxmlformats.org/drawingml/2006/main">
              <a:ext uri="{FF2B5EF4-FFF2-40B4-BE49-F238E27FC236}">
                <a16:creationId xmlns:a16="http://schemas.microsoft.com/office/drawing/2014/main" id="{475BEFE7-A897-4BD1-93CB-9977D8348DD7}"/>
              </a:ext>
            </a:extLst>
          </p:cNvPr>
          <p:cNvSpPr>
            <a:spLocks xmlns:a="http://schemas.openxmlformats.org/drawingml/2006/main" noGrp="1"/>
          </p:cNvSpPr>
          <p:nvPr/>
        </p:nvSpPr>
        <p:spPr>
          <a:xfrm xmlns:a="http://schemas.openxmlformats.org/drawingml/2006/main">
            <a:off x="619125" y="1657350"/>
            <a:ext cx="10953750" cy="19050"/>
          </a:xfrm>
          <a:prstGeom xmlns:a="http://schemas.openxmlformats.org/drawingml/2006/main" prst="rect">
            <a:avLst/>
          </a:prstGeom>
          <a:solidFill xmlns:a="http://schemas.openxmlformats.org/drawingml/2006/main">
            <a:srgbClr val="C5D3BA"/>
          </a:solidFill>
          <a:ln xmlns:a="http://schemas.openxmlformats.org/drawingml/2006/main" w="0">
            <a:noFill/>
            <a:prstDash val="solid"/>
          </a:ln>
        </p:spPr>
      </p:sp>
      <p:sp>
        <p:nvSpPr>
          <p:cNvPr id="4" name="editable-text">
            <a:extLst xmlns:a="http://schemas.openxmlformats.org/drawingml/2006/main">
              <a:ext uri="{FF2B5EF4-FFF2-40B4-BE49-F238E27FC236}">
                <a16:creationId xmlns:a16="http://schemas.microsoft.com/office/drawing/2014/main" id="{24476CB4-604B-44B4-B881-A5648BA3F201}"/>
              </a:ext>
            </a:extLst>
          </p:cNvPr>
          <p:cNvSpPr>
            <a:spLocks xmlns:a="http://schemas.openxmlformats.org/drawingml/2006/main" noGrp="1"/>
          </p:cNvSpPr>
          <p:nvPr/>
        </p:nvSpPr>
        <p:spPr>
          <a:xfrm xmlns:a="http://schemas.openxmlformats.org/drawingml/2006/main">
            <a:off x="10953750" y="63627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26454"/>
                </a:solidFill>
                <a:latin typeface="Arial"/>
                <a:ea typeface="Arial"/>
                <a:cs typeface="Arial"/>
              </a:defRPr>
            </a:defPPr>
            <a:lvl1pPr algn="r">
              <a:defRPr sz="1200" b="1">
                <a:solidFill>
                  <a:srgbClr val="526454"/>
                </a:solidFill>
                <a:latin typeface="Arial"/>
                <a:ea typeface="Arial"/>
                <a:cs typeface="Arial"/>
              </a:defRPr>
            </a:lvl1pPr>
            <a:lvl2pPr algn="r">
              <a:defRPr sz="1200" b="1">
                <a:solidFill>
                  <a:srgbClr val="526454"/>
                </a:solidFill>
                <a:latin typeface="Arial"/>
                <a:ea typeface="Arial"/>
                <a:cs typeface="Arial"/>
              </a:defRPr>
            </a:lvl2pPr>
            <a:lvl3pPr algn="r">
              <a:defRPr sz="1200" b="1">
                <a:solidFill>
                  <a:srgbClr val="526454"/>
                </a:solidFill>
                <a:latin typeface="Arial"/>
                <a:ea typeface="Arial"/>
                <a:cs typeface="Arial"/>
              </a:defRPr>
            </a:lvl3pPr>
            <a:lvl4pPr algn="r">
              <a:defRPr sz="1200" b="1">
                <a:solidFill>
                  <a:srgbClr val="526454"/>
                </a:solidFill>
                <a:latin typeface="Arial"/>
                <a:ea typeface="Arial"/>
                <a:cs typeface="Arial"/>
              </a:defRPr>
            </a:lvl4pPr>
            <a:lvl5pPr algn="r">
              <a:defRPr sz="1200" b="1">
                <a:solidFill>
                  <a:srgbClr val="526454"/>
                </a:solidFill>
                <a:latin typeface="Arial"/>
                <a:ea typeface="Arial"/>
                <a:cs typeface="Arial"/>
              </a:defRPr>
            </a:lvl5pPr>
            <a:lvl6pPr algn="r">
              <a:defRPr sz="1200" b="1">
                <a:solidFill>
                  <a:srgbClr val="526454"/>
                </a:solidFill>
                <a:latin typeface="Arial"/>
                <a:ea typeface="Arial"/>
                <a:cs typeface="Arial"/>
              </a:defRPr>
            </a:lvl6pPr>
            <a:lvl7pPr algn="r">
              <a:defRPr sz="1200" b="1">
                <a:solidFill>
                  <a:srgbClr val="526454"/>
                </a:solidFill>
                <a:latin typeface="Arial"/>
                <a:ea typeface="Arial"/>
                <a:cs typeface="Arial"/>
              </a:defRPr>
            </a:lvl7pPr>
            <a:lvl8pPr algn="r">
              <a:defRPr sz="1200" b="1">
                <a:solidFill>
                  <a:srgbClr val="526454"/>
                </a:solidFill>
                <a:latin typeface="Arial"/>
                <a:ea typeface="Arial"/>
                <a:cs typeface="Arial"/>
              </a:defRPr>
            </a:lvl8pPr>
            <a:lvl9pPr algn="r">
              <a:defRPr sz="1200" b="1">
                <a:solidFill>
                  <a:srgbClr val="526454"/>
                </a:solidFill>
                <a:latin typeface="Arial"/>
                <a:ea typeface="Arial"/>
                <a:cs typeface="Arial"/>
              </a:defRPr>
            </a:lvl9pPr>
          </a:lstStyle>
          <a:p xmlns:a="http://schemas.openxmlformats.org/drawingml/2006/main">
            <a:pPr algn="r">
              <a:defRPr sz="1200" b="1">
                <a:solidFill>
                  <a:srgbClr val="526454"/>
                </a:solidFill>
                <a:latin typeface="Arial"/>
                <a:ea typeface="Arial"/>
                <a:cs typeface="Arial"/>
              </a:defRPr>
            </a:pPr>
            <a:r>
              <a:rPr sz="1200" b="1">
                <a:solidFill>
                  <a:srgbClr val="526454"/>
                </a:solidFill>
                <a:latin typeface="Arial"/>
                <a:ea typeface="Arial"/>
                <a:cs typeface="Arial"/>
              </a:rPr>
              <a:t>04</a:t>
            </a:r>
          </a:p>
        </p:txBody>
      </p:sp>
      <p:sp>
        <p:nvSpPr>
          <p:cNvPr id="5" name="editable-text">
            <a:extLst xmlns:a="http://schemas.openxmlformats.org/drawingml/2006/main">
              <a:ext uri="{FF2B5EF4-FFF2-40B4-BE49-F238E27FC236}">
                <a16:creationId xmlns:a16="http://schemas.microsoft.com/office/drawing/2014/main" id="{42647BD1-D741-4A87-808E-BC10BF8E1D4C}"/>
              </a:ext>
            </a:extLst>
          </p:cNvPr>
          <p:cNvSpPr>
            <a:spLocks xmlns:a="http://schemas.openxmlformats.org/drawingml/2006/main" noGrp="1"/>
          </p:cNvSpPr>
          <p:nvPr/>
        </p:nvSpPr>
        <p:spPr>
          <a:xfrm xmlns:a="http://schemas.openxmlformats.org/drawingml/2006/main">
            <a:off x="742950" y="19812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172317"/>
                </a:solidFill>
                <a:latin typeface="Arial"/>
                <a:ea typeface="Arial"/>
                <a:cs typeface="Arial"/>
              </a:defRPr>
            </a:defPPr>
            <a:lvl1pPr algn="l">
              <a:defRPr sz="2025" b="1">
                <a:solidFill>
                  <a:srgbClr val="172317"/>
                </a:solidFill>
                <a:latin typeface="Arial"/>
                <a:ea typeface="Arial"/>
                <a:cs typeface="Arial"/>
              </a:defRPr>
            </a:lvl1pPr>
            <a:lvl2pPr algn="l">
              <a:defRPr sz="2025" b="1">
                <a:solidFill>
                  <a:srgbClr val="172317"/>
                </a:solidFill>
                <a:latin typeface="Arial"/>
                <a:ea typeface="Arial"/>
                <a:cs typeface="Arial"/>
              </a:defRPr>
            </a:lvl2pPr>
            <a:lvl3pPr algn="l">
              <a:defRPr sz="2025" b="1">
                <a:solidFill>
                  <a:srgbClr val="172317"/>
                </a:solidFill>
                <a:latin typeface="Arial"/>
                <a:ea typeface="Arial"/>
                <a:cs typeface="Arial"/>
              </a:defRPr>
            </a:lvl3pPr>
            <a:lvl4pPr algn="l">
              <a:defRPr sz="2025" b="1">
                <a:solidFill>
                  <a:srgbClr val="172317"/>
                </a:solidFill>
                <a:latin typeface="Arial"/>
                <a:ea typeface="Arial"/>
                <a:cs typeface="Arial"/>
              </a:defRPr>
            </a:lvl4pPr>
            <a:lvl5pPr algn="l">
              <a:defRPr sz="2025" b="1">
                <a:solidFill>
                  <a:srgbClr val="172317"/>
                </a:solidFill>
                <a:latin typeface="Arial"/>
                <a:ea typeface="Arial"/>
                <a:cs typeface="Arial"/>
              </a:defRPr>
            </a:lvl5pPr>
            <a:lvl6pPr algn="l">
              <a:defRPr sz="2025" b="1">
                <a:solidFill>
                  <a:srgbClr val="172317"/>
                </a:solidFill>
                <a:latin typeface="Arial"/>
                <a:ea typeface="Arial"/>
                <a:cs typeface="Arial"/>
              </a:defRPr>
            </a:lvl6pPr>
            <a:lvl7pPr algn="l">
              <a:defRPr sz="2025" b="1">
                <a:solidFill>
                  <a:srgbClr val="172317"/>
                </a:solidFill>
                <a:latin typeface="Arial"/>
                <a:ea typeface="Arial"/>
                <a:cs typeface="Arial"/>
              </a:defRPr>
            </a:lvl7pPr>
            <a:lvl8pPr algn="l">
              <a:defRPr sz="2025" b="1">
                <a:solidFill>
                  <a:srgbClr val="172317"/>
                </a:solidFill>
                <a:latin typeface="Arial"/>
                <a:ea typeface="Arial"/>
                <a:cs typeface="Arial"/>
              </a:defRPr>
            </a:lvl8pPr>
            <a:lvl9pPr algn="l">
              <a:defRPr sz="2025" b="1">
                <a:solidFill>
                  <a:srgbClr val="172317"/>
                </a:solidFill>
                <a:latin typeface="Arial"/>
                <a:ea typeface="Arial"/>
                <a:cs typeface="Arial"/>
              </a:defRPr>
            </a:lvl9pPr>
          </a:lstStyle>
          <a:p xmlns:a="http://schemas.openxmlformats.org/drawingml/2006/main">
            <a:pPr algn="l">
              <a:defRPr sz="2025" b="1">
                <a:solidFill>
                  <a:srgbClr val="172317"/>
                </a:solidFill>
                <a:latin typeface="Arial"/>
                <a:ea typeface="Arial"/>
                <a:cs typeface="Arial"/>
              </a:defRPr>
            </a:pPr>
            <a:r>
              <a:rPr sz="2025" b="1">
                <a:solidFill>
                  <a:srgbClr val="172317"/>
                </a:solidFill>
                <a:latin typeface="Arial"/>
                <a:ea typeface="Arial"/>
                <a:cs typeface="Arial"/>
              </a:rPr>
              <a:t>Hesap tokenını /mcp menüsünden bağlayın. Kullanılabilir araçlar izinlere göre değişir.</a:t>
            </a:r>
          </a:p>
        </p:txBody>
      </p:sp>
      <p:sp>
        <p:nvSpPr>
          <p:cNvPr id="6" name="editable-text">
            <a:extLst xmlns:a="http://schemas.openxmlformats.org/drawingml/2006/main">
              <a:ext uri="{FF2B5EF4-FFF2-40B4-BE49-F238E27FC236}">
                <a16:creationId xmlns:a16="http://schemas.microsoft.com/office/drawing/2014/main" id="{40FA5C6E-D1C1-4776-B4B8-8A5C05E7DD84}"/>
              </a:ext>
            </a:extLst>
          </p:cNvPr>
          <p:cNvSpPr>
            <a:spLocks xmlns:a="http://schemas.openxmlformats.org/drawingml/2006/main" noGrp="1"/>
          </p:cNvSpPr>
          <p:nvPr/>
        </p:nvSpPr>
        <p:spPr>
          <a:xfrm xmlns:a="http://schemas.openxmlformats.org/drawingml/2006/main">
            <a:off x="742950" y="29051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42710D"/>
                </a:solidFill>
                <a:latin typeface="Arial"/>
                <a:ea typeface="Arial"/>
                <a:cs typeface="Arial"/>
              </a:defRPr>
            </a:defPPr>
            <a:lvl1pPr algn="l">
              <a:defRPr sz="1875" b="1">
                <a:solidFill>
                  <a:srgbClr val="42710D"/>
                </a:solidFill>
                <a:latin typeface="Arial"/>
                <a:ea typeface="Arial"/>
                <a:cs typeface="Arial"/>
              </a:defRPr>
            </a:lvl1pPr>
            <a:lvl2pPr algn="l">
              <a:defRPr sz="1875" b="1">
                <a:solidFill>
                  <a:srgbClr val="42710D"/>
                </a:solidFill>
                <a:latin typeface="Arial"/>
                <a:ea typeface="Arial"/>
                <a:cs typeface="Arial"/>
              </a:defRPr>
            </a:lvl2pPr>
            <a:lvl3pPr algn="l">
              <a:defRPr sz="1875" b="1">
                <a:solidFill>
                  <a:srgbClr val="42710D"/>
                </a:solidFill>
                <a:latin typeface="Arial"/>
                <a:ea typeface="Arial"/>
                <a:cs typeface="Arial"/>
              </a:defRPr>
            </a:lvl3pPr>
            <a:lvl4pPr algn="l">
              <a:defRPr sz="1875" b="1">
                <a:solidFill>
                  <a:srgbClr val="42710D"/>
                </a:solidFill>
                <a:latin typeface="Arial"/>
                <a:ea typeface="Arial"/>
                <a:cs typeface="Arial"/>
              </a:defRPr>
            </a:lvl4pPr>
            <a:lvl5pPr algn="l">
              <a:defRPr sz="1875" b="1">
                <a:solidFill>
                  <a:srgbClr val="42710D"/>
                </a:solidFill>
                <a:latin typeface="Arial"/>
                <a:ea typeface="Arial"/>
                <a:cs typeface="Arial"/>
              </a:defRPr>
            </a:lvl5pPr>
            <a:lvl6pPr algn="l">
              <a:defRPr sz="1875" b="1">
                <a:solidFill>
                  <a:srgbClr val="42710D"/>
                </a:solidFill>
                <a:latin typeface="Arial"/>
                <a:ea typeface="Arial"/>
                <a:cs typeface="Arial"/>
              </a:defRPr>
            </a:lvl6pPr>
            <a:lvl7pPr algn="l">
              <a:defRPr sz="1875" b="1">
                <a:solidFill>
                  <a:srgbClr val="42710D"/>
                </a:solidFill>
                <a:latin typeface="Arial"/>
                <a:ea typeface="Arial"/>
                <a:cs typeface="Arial"/>
              </a:defRPr>
            </a:lvl7pPr>
            <a:lvl8pPr algn="l">
              <a:defRPr sz="1875" b="1">
                <a:solidFill>
                  <a:srgbClr val="42710D"/>
                </a:solidFill>
                <a:latin typeface="Arial"/>
                <a:ea typeface="Arial"/>
                <a:cs typeface="Arial"/>
              </a:defRPr>
            </a:lvl8pPr>
            <a:lvl9pPr algn="l">
              <a:defRPr sz="1875" b="1">
                <a:solidFill>
                  <a:srgbClr val="42710D"/>
                </a:solidFill>
                <a:latin typeface="Arial"/>
                <a:ea typeface="Arial"/>
                <a:cs typeface="Arial"/>
              </a:defRPr>
            </a:lvl9pPr>
          </a:lstStyle>
          <a:p xmlns:a="http://schemas.openxmlformats.org/drawingml/2006/main">
            <a:pPr algn="l">
              <a:defRPr sz="1875" b="1">
                <a:solidFill>
                  <a:srgbClr val="42710D"/>
                </a:solidFill>
                <a:latin typeface="Arial"/>
                <a:ea typeface="Arial"/>
                <a:cs typeface="Arial"/>
              </a:defRPr>
            </a:pPr>
            <a:r>
              <a:rPr sz="1875" b="1">
                <a:solidFill>
                  <a:srgbClr val="42710D"/>
                </a:solidFill>
                <a:latin typeface="Arial"/>
                <a:ea typeface="Arial"/>
                <a:cs typeface="Arial"/>
              </a:rPr>
              <a:t>Vercel</a:t>
            </a:r>
          </a:p>
        </p:txBody>
      </p:sp>
      <p:sp>
        <p:nvSpPr>
          <p:cNvPr id="7" name="editable-text">
            <a:extLst xmlns:a="http://schemas.openxmlformats.org/drawingml/2006/main">
              <a:ext uri="{FF2B5EF4-FFF2-40B4-BE49-F238E27FC236}">
                <a16:creationId xmlns:a16="http://schemas.microsoft.com/office/drawing/2014/main" id="{05A2D8FA-B64A-4EFB-9F21-7FD38C0273F6}"/>
              </a:ext>
            </a:extLst>
          </p:cNvPr>
          <p:cNvSpPr>
            <a:spLocks xmlns:a="http://schemas.openxmlformats.org/drawingml/2006/main" noGrp="1"/>
          </p:cNvSpPr>
          <p:nvPr/>
        </p:nvSpPr>
        <p:spPr>
          <a:xfrm xmlns:a="http://schemas.openxmlformats.org/drawingml/2006/main">
            <a:off x="3638550" y="2905125"/>
            <a:ext cx="75723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172317"/>
                </a:solidFill>
                <a:latin typeface="Arial"/>
                <a:ea typeface="Arial"/>
                <a:cs typeface="Arial"/>
              </a:defRPr>
            </a:defPPr>
            <a:lvl1pPr algn="l">
              <a:defRPr sz="1800" b="0">
                <a:solidFill>
                  <a:srgbClr val="172317"/>
                </a:solidFill>
                <a:latin typeface="Arial"/>
                <a:ea typeface="Arial"/>
                <a:cs typeface="Arial"/>
              </a:defRPr>
            </a:lvl1pPr>
            <a:lvl2pPr algn="l">
              <a:defRPr sz="1800" b="0">
                <a:solidFill>
                  <a:srgbClr val="172317"/>
                </a:solidFill>
                <a:latin typeface="Arial"/>
                <a:ea typeface="Arial"/>
                <a:cs typeface="Arial"/>
              </a:defRPr>
            </a:lvl2pPr>
            <a:lvl3pPr algn="l">
              <a:defRPr sz="1800" b="0">
                <a:solidFill>
                  <a:srgbClr val="172317"/>
                </a:solidFill>
                <a:latin typeface="Arial"/>
                <a:ea typeface="Arial"/>
                <a:cs typeface="Arial"/>
              </a:defRPr>
            </a:lvl3pPr>
            <a:lvl4pPr algn="l">
              <a:defRPr sz="1800" b="0">
                <a:solidFill>
                  <a:srgbClr val="172317"/>
                </a:solidFill>
                <a:latin typeface="Arial"/>
                <a:ea typeface="Arial"/>
                <a:cs typeface="Arial"/>
              </a:defRPr>
            </a:lvl4pPr>
            <a:lvl5pPr algn="l">
              <a:defRPr sz="1800" b="0">
                <a:solidFill>
                  <a:srgbClr val="172317"/>
                </a:solidFill>
                <a:latin typeface="Arial"/>
                <a:ea typeface="Arial"/>
                <a:cs typeface="Arial"/>
              </a:defRPr>
            </a:lvl5pPr>
            <a:lvl6pPr algn="l">
              <a:defRPr sz="1800" b="0">
                <a:solidFill>
                  <a:srgbClr val="172317"/>
                </a:solidFill>
                <a:latin typeface="Arial"/>
                <a:ea typeface="Arial"/>
                <a:cs typeface="Arial"/>
              </a:defRPr>
            </a:lvl6pPr>
            <a:lvl7pPr algn="l">
              <a:defRPr sz="1800" b="0">
                <a:solidFill>
                  <a:srgbClr val="172317"/>
                </a:solidFill>
                <a:latin typeface="Arial"/>
                <a:ea typeface="Arial"/>
                <a:cs typeface="Arial"/>
              </a:defRPr>
            </a:lvl7pPr>
            <a:lvl8pPr algn="l">
              <a:defRPr sz="1800" b="0">
                <a:solidFill>
                  <a:srgbClr val="172317"/>
                </a:solidFill>
                <a:latin typeface="Arial"/>
                <a:ea typeface="Arial"/>
                <a:cs typeface="Arial"/>
              </a:defRPr>
            </a:lvl8pPr>
            <a:lvl9pPr algn="l">
              <a:defRPr sz="1800" b="0">
                <a:solidFill>
                  <a:srgbClr val="172317"/>
                </a:solidFill>
                <a:latin typeface="Arial"/>
                <a:ea typeface="Arial"/>
                <a:cs typeface="Arial"/>
              </a:defRPr>
            </a:lvl9pPr>
          </a:lstStyle>
          <a:p xmlns:a="http://schemas.openxmlformats.org/drawingml/2006/main">
            <a:pPr algn="l">
              <a:defRPr sz="1800" b="0">
                <a:solidFill>
                  <a:srgbClr val="172317"/>
                </a:solidFill>
                <a:latin typeface="Arial"/>
                <a:ea typeface="Arial"/>
                <a:cs typeface="Arial"/>
              </a:defRPr>
            </a:pPr>
            <a:r>
              <a:rPr sz="1800" b="0">
                <a:solidFill>
                  <a:srgbClr val="172317"/>
                </a:solidFill>
                <a:latin typeface="Arial"/>
                <a:ea typeface="Arial"/>
                <a:cs typeface="Arial"/>
              </a:rPr>
              <a:t>Proje ve deployment oluşturma; üretim hedefi açıkça seçilir.</a:t>
            </a:r>
          </a:p>
        </p:txBody>
      </p:sp>
      <p:sp>
        <p:nvSpPr>
          <p:cNvPr id="8" name="background-or-rule">
            <a:extLst xmlns:a="http://schemas.openxmlformats.org/drawingml/2006/main">
              <a:ext uri="{FF2B5EF4-FFF2-40B4-BE49-F238E27FC236}">
                <a16:creationId xmlns:a16="http://schemas.microsoft.com/office/drawing/2014/main" id="{59CCFB5D-DF28-4EAF-B796-7CC4828257C0}"/>
              </a:ext>
            </a:extLst>
          </p:cNvPr>
          <p:cNvSpPr>
            <a:spLocks xmlns:a="http://schemas.openxmlformats.org/drawingml/2006/main" noGrp="1"/>
          </p:cNvSpPr>
          <p:nvPr/>
        </p:nvSpPr>
        <p:spPr>
          <a:xfrm xmlns:a="http://schemas.openxmlformats.org/drawingml/2006/main">
            <a:off x="742950" y="3552825"/>
            <a:ext cx="10382250" cy="9525"/>
          </a:xfrm>
          <a:prstGeom xmlns:a="http://schemas.openxmlformats.org/drawingml/2006/main" prst="rect">
            <a:avLst/>
          </a:prstGeom>
          <a:solidFill xmlns:a="http://schemas.openxmlformats.org/drawingml/2006/main">
            <a:srgbClr val="C5D3BA"/>
          </a:solidFill>
          <a:ln xmlns:a="http://schemas.openxmlformats.org/drawingml/2006/main" w="0">
            <a:noFill/>
            <a:prstDash val="solid"/>
          </a:ln>
        </p:spPr>
      </p:sp>
      <p:sp>
        <p:nvSpPr>
          <p:cNvPr id="9" name="editable-text">
            <a:extLst xmlns:a="http://schemas.openxmlformats.org/drawingml/2006/main">
              <a:ext uri="{FF2B5EF4-FFF2-40B4-BE49-F238E27FC236}">
                <a16:creationId xmlns:a16="http://schemas.microsoft.com/office/drawing/2014/main" id="{50E40025-CB72-4F4B-805A-D6A100D9D6CB}"/>
              </a:ext>
            </a:extLst>
          </p:cNvPr>
          <p:cNvSpPr>
            <a:spLocks xmlns:a="http://schemas.openxmlformats.org/drawingml/2006/main" noGrp="1"/>
          </p:cNvSpPr>
          <p:nvPr/>
        </p:nvSpPr>
        <p:spPr>
          <a:xfrm xmlns:a="http://schemas.openxmlformats.org/drawingml/2006/main">
            <a:off x="742950" y="37814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42710D"/>
                </a:solidFill>
                <a:latin typeface="Arial"/>
                <a:ea typeface="Arial"/>
                <a:cs typeface="Arial"/>
              </a:defRPr>
            </a:defPPr>
            <a:lvl1pPr algn="l">
              <a:defRPr sz="1875" b="1">
                <a:solidFill>
                  <a:srgbClr val="42710D"/>
                </a:solidFill>
                <a:latin typeface="Arial"/>
                <a:ea typeface="Arial"/>
                <a:cs typeface="Arial"/>
              </a:defRPr>
            </a:lvl1pPr>
            <a:lvl2pPr algn="l">
              <a:defRPr sz="1875" b="1">
                <a:solidFill>
                  <a:srgbClr val="42710D"/>
                </a:solidFill>
                <a:latin typeface="Arial"/>
                <a:ea typeface="Arial"/>
                <a:cs typeface="Arial"/>
              </a:defRPr>
            </a:lvl2pPr>
            <a:lvl3pPr algn="l">
              <a:defRPr sz="1875" b="1">
                <a:solidFill>
                  <a:srgbClr val="42710D"/>
                </a:solidFill>
                <a:latin typeface="Arial"/>
                <a:ea typeface="Arial"/>
                <a:cs typeface="Arial"/>
              </a:defRPr>
            </a:lvl3pPr>
            <a:lvl4pPr algn="l">
              <a:defRPr sz="1875" b="1">
                <a:solidFill>
                  <a:srgbClr val="42710D"/>
                </a:solidFill>
                <a:latin typeface="Arial"/>
                <a:ea typeface="Arial"/>
                <a:cs typeface="Arial"/>
              </a:defRPr>
            </a:lvl4pPr>
            <a:lvl5pPr algn="l">
              <a:defRPr sz="1875" b="1">
                <a:solidFill>
                  <a:srgbClr val="42710D"/>
                </a:solidFill>
                <a:latin typeface="Arial"/>
                <a:ea typeface="Arial"/>
                <a:cs typeface="Arial"/>
              </a:defRPr>
            </a:lvl5pPr>
            <a:lvl6pPr algn="l">
              <a:defRPr sz="1875" b="1">
                <a:solidFill>
                  <a:srgbClr val="42710D"/>
                </a:solidFill>
                <a:latin typeface="Arial"/>
                <a:ea typeface="Arial"/>
                <a:cs typeface="Arial"/>
              </a:defRPr>
            </a:lvl6pPr>
            <a:lvl7pPr algn="l">
              <a:defRPr sz="1875" b="1">
                <a:solidFill>
                  <a:srgbClr val="42710D"/>
                </a:solidFill>
                <a:latin typeface="Arial"/>
                <a:ea typeface="Arial"/>
                <a:cs typeface="Arial"/>
              </a:defRPr>
            </a:lvl7pPr>
            <a:lvl8pPr algn="l">
              <a:defRPr sz="1875" b="1">
                <a:solidFill>
                  <a:srgbClr val="42710D"/>
                </a:solidFill>
                <a:latin typeface="Arial"/>
                <a:ea typeface="Arial"/>
                <a:cs typeface="Arial"/>
              </a:defRPr>
            </a:lvl8pPr>
            <a:lvl9pPr algn="l">
              <a:defRPr sz="1875" b="1">
                <a:solidFill>
                  <a:srgbClr val="42710D"/>
                </a:solidFill>
                <a:latin typeface="Arial"/>
                <a:ea typeface="Arial"/>
                <a:cs typeface="Arial"/>
              </a:defRPr>
            </a:lvl9pPr>
          </a:lstStyle>
          <a:p xmlns:a="http://schemas.openxmlformats.org/drawingml/2006/main">
            <a:pPr algn="l">
              <a:defRPr sz="1875" b="1">
                <a:solidFill>
                  <a:srgbClr val="42710D"/>
                </a:solidFill>
                <a:latin typeface="Arial"/>
                <a:ea typeface="Arial"/>
                <a:cs typeface="Arial"/>
              </a:defRPr>
            </a:pPr>
            <a:r>
              <a:rPr sz="1875" b="1">
                <a:solidFill>
                  <a:srgbClr val="42710D"/>
                </a:solidFill>
                <a:latin typeface="Arial"/>
                <a:ea typeface="Arial"/>
                <a:cs typeface="Arial"/>
              </a:rPr>
              <a:t>Supabase</a:t>
            </a:r>
          </a:p>
        </p:txBody>
      </p:sp>
      <p:sp>
        <p:nvSpPr>
          <p:cNvPr id="10" name="editable-text">
            <a:extLst xmlns:a="http://schemas.openxmlformats.org/drawingml/2006/main">
              <a:ext uri="{FF2B5EF4-FFF2-40B4-BE49-F238E27FC236}">
                <a16:creationId xmlns:a16="http://schemas.microsoft.com/office/drawing/2014/main" id="{443B0272-889A-4E38-A525-5A9A780611E8}"/>
              </a:ext>
            </a:extLst>
          </p:cNvPr>
          <p:cNvSpPr>
            <a:spLocks xmlns:a="http://schemas.openxmlformats.org/drawingml/2006/main" noGrp="1"/>
          </p:cNvSpPr>
          <p:nvPr/>
        </p:nvSpPr>
        <p:spPr>
          <a:xfrm xmlns:a="http://schemas.openxmlformats.org/drawingml/2006/main">
            <a:off x="3638550" y="3781425"/>
            <a:ext cx="75723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172317"/>
                </a:solidFill>
                <a:latin typeface="Arial"/>
                <a:ea typeface="Arial"/>
                <a:cs typeface="Arial"/>
              </a:defRPr>
            </a:defPPr>
            <a:lvl1pPr algn="l">
              <a:defRPr sz="1800" b="0">
                <a:solidFill>
                  <a:srgbClr val="172317"/>
                </a:solidFill>
                <a:latin typeface="Arial"/>
                <a:ea typeface="Arial"/>
                <a:cs typeface="Arial"/>
              </a:defRPr>
            </a:lvl1pPr>
            <a:lvl2pPr algn="l">
              <a:defRPr sz="1800" b="0">
                <a:solidFill>
                  <a:srgbClr val="172317"/>
                </a:solidFill>
                <a:latin typeface="Arial"/>
                <a:ea typeface="Arial"/>
                <a:cs typeface="Arial"/>
              </a:defRPr>
            </a:lvl2pPr>
            <a:lvl3pPr algn="l">
              <a:defRPr sz="1800" b="0">
                <a:solidFill>
                  <a:srgbClr val="172317"/>
                </a:solidFill>
                <a:latin typeface="Arial"/>
                <a:ea typeface="Arial"/>
                <a:cs typeface="Arial"/>
              </a:defRPr>
            </a:lvl3pPr>
            <a:lvl4pPr algn="l">
              <a:defRPr sz="1800" b="0">
                <a:solidFill>
                  <a:srgbClr val="172317"/>
                </a:solidFill>
                <a:latin typeface="Arial"/>
                <a:ea typeface="Arial"/>
                <a:cs typeface="Arial"/>
              </a:defRPr>
            </a:lvl4pPr>
            <a:lvl5pPr algn="l">
              <a:defRPr sz="1800" b="0">
                <a:solidFill>
                  <a:srgbClr val="172317"/>
                </a:solidFill>
                <a:latin typeface="Arial"/>
                <a:ea typeface="Arial"/>
                <a:cs typeface="Arial"/>
              </a:defRPr>
            </a:lvl5pPr>
            <a:lvl6pPr algn="l">
              <a:defRPr sz="1800" b="0">
                <a:solidFill>
                  <a:srgbClr val="172317"/>
                </a:solidFill>
                <a:latin typeface="Arial"/>
                <a:ea typeface="Arial"/>
                <a:cs typeface="Arial"/>
              </a:defRPr>
            </a:lvl6pPr>
            <a:lvl7pPr algn="l">
              <a:defRPr sz="1800" b="0">
                <a:solidFill>
                  <a:srgbClr val="172317"/>
                </a:solidFill>
                <a:latin typeface="Arial"/>
                <a:ea typeface="Arial"/>
                <a:cs typeface="Arial"/>
              </a:defRPr>
            </a:lvl7pPr>
            <a:lvl8pPr algn="l">
              <a:defRPr sz="1800" b="0">
                <a:solidFill>
                  <a:srgbClr val="172317"/>
                </a:solidFill>
                <a:latin typeface="Arial"/>
                <a:ea typeface="Arial"/>
                <a:cs typeface="Arial"/>
              </a:defRPr>
            </a:lvl8pPr>
            <a:lvl9pPr algn="l">
              <a:defRPr sz="1800" b="0">
                <a:solidFill>
                  <a:srgbClr val="172317"/>
                </a:solidFill>
                <a:latin typeface="Arial"/>
                <a:ea typeface="Arial"/>
                <a:cs typeface="Arial"/>
              </a:defRPr>
            </a:lvl9pPr>
          </a:lstStyle>
          <a:p xmlns:a="http://schemas.openxmlformats.org/drawingml/2006/main">
            <a:pPr algn="l">
              <a:defRPr sz="1800" b="0">
                <a:solidFill>
                  <a:srgbClr val="172317"/>
                </a:solidFill>
                <a:latin typeface="Arial"/>
                <a:ea typeface="Arial"/>
                <a:cs typeface="Arial"/>
              </a:defRPr>
            </a:pPr>
            <a:r>
              <a:rPr sz="1800" b="0">
                <a:solidFill>
                  <a:srgbClr val="172317"/>
                </a:solidFill>
                <a:latin typeface="Arial"/>
                <a:ea typeface="Arial"/>
                <a:cs typeface="Arial"/>
              </a:rPr>
              <a:t>Proje oluşturma ve Edge Function dağıtımı dahil sunucu araçları.</a:t>
            </a:r>
          </a:p>
        </p:txBody>
      </p:sp>
      <p:sp>
        <p:nvSpPr>
          <p:cNvPr id="11" name="background-or-rule">
            <a:extLst xmlns:a="http://schemas.openxmlformats.org/drawingml/2006/main">
              <a:ext uri="{FF2B5EF4-FFF2-40B4-BE49-F238E27FC236}">
                <a16:creationId xmlns:a16="http://schemas.microsoft.com/office/drawing/2014/main" id="{CDD5514B-2D55-47DE-B83C-6F1F02106CA6}"/>
              </a:ext>
            </a:extLst>
          </p:cNvPr>
          <p:cNvSpPr>
            <a:spLocks xmlns:a="http://schemas.openxmlformats.org/drawingml/2006/main" noGrp="1"/>
          </p:cNvSpPr>
          <p:nvPr/>
        </p:nvSpPr>
        <p:spPr>
          <a:xfrm xmlns:a="http://schemas.openxmlformats.org/drawingml/2006/main">
            <a:off x="742950" y="4429125"/>
            <a:ext cx="10382250" cy="9525"/>
          </a:xfrm>
          <a:prstGeom xmlns:a="http://schemas.openxmlformats.org/drawingml/2006/main" prst="rect">
            <a:avLst/>
          </a:prstGeom>
          <a:solidFill xmlns:a="http://schemas.openxmlformats.org/drawingml/2006/main">
            <a:srgbClr val="C5D3BA"/>
          </a:solidFill>
          <a:ln xmlns:a="http://schemas.openxmlformats.org/drawingml/2006/main" w="0">
            <a:noFill/>
            <a:prstDash val="solid"/>
          </a:ln>
        </p:spPr>
      </p:sp>
      <p:sp>
        <p:nvSpPr>
          <p:cNvPr id="12" name="editable-text">
            <a:extLst xmlns:a="http://schemas.openxmlformats.org/drawingml/2006/main">
              <a:ext uri="{FF2B5EF4-FFF2-40B4-BE49-F238E27FC236}">
                <a16:creationId xmlns:a16="http://schemas.microsoft.com/office/drawing/2014/main" id="{8606A80E-EB00-4E89-B098-F5640B620275}"/>
              </a:ext>
            </a:extLst>
          </p:cNvPr>
          <p:cNvSpPr>
            <a:spLocks xmlns:a="http://schemas.openxmlformats.org/drawingml/2006/main" noGrp="1"/>
          </p:cNvSpPr>
          <p:nvPr/>
        </p:nvSpPr>
        <p:spPr>
          <a:xfrm xmlns:a="http://schemas.openxmlformats.org/drawingml/2006/main">
            <a:off x="742950" y="465772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42710D"/>
                </a:solidFill>
                <a:latin typeface="Arial"/>
                <a:ea typeface="Arial"/>
                <a:cs typeface="Arial"/>
              </a:defRPr>
            </a:defPPr>
            <a:lvl1pPr algn="l">
              <a:defRPr sz="1875" b="1">
                <a:solidFill>
                  <a:srgbClr val="42710D"/>
                </a:solidFill>
                <a:latin typeface="Arial"/>
                <a:ea typeface="Arial"/>
                <a:cs typeface="Arial"/>
              </a:defRPr>
            </a:lvl1pPr>
            <a:lvl2pPr algn="l">
              <a:defRPr sz="1875" b="1">
                <a:solidFill>
                  <a:srgbClr val="42710D"/>
                </a:solidFill>
                <a:latin typeface="Arial"/>
                <a:ea typeface="Arial"/>
                <a:cs typeface="Arial"/>
              </a:defRPr>
            </a:lvl2pPr>
            <a:lvl3pPr algn="l">
              <a:defRPr sz="1875" b="1">
                <a:solidFill>
                  <a:srgbClr val="42710D"/>
                </a:solidFill>
                <a:latin typeface="Arial"/>
                <a:ea typeface="Arial"/>
                <a:cs typeface="Arial"/>
              </a:defRPr>
            </a:lvl3pPr>
            <a:lvl4pPr algn="l">
              <a:defRPr sz="1875" b="1">
                <a:solidFill>
                  <a:srgbClr val="42710D"/>
                </a:solidFill>
                <a:latin typeface="Arial"/>
                <a:ea typeface="Arial"/>
                <a:cs typeface="Arial"/>
              </a:defRPr>
            </a:lvl4pPr>
            <a:lvl5pPr algn="l">
              <a:defRPr sz="1875" b="1">
                <a:solidFill>
                  <a:srgbClr val="42710D"/>
                </a:solidFill>
                <a:latin typeface="Arial"/>
                <a:ea typeface="Arial"/>
                <a:cs typeface="Arial"/>
              </a:defRPr>
            </a:lvl5pPr>
            <a:lvl6pPr algn="l">
              <a:defRPr sz="1875" b="1">
                <a:solidFill>
                  <a:srgbClr val="42710D"/>
                </a:solidFill>
                <a:latin typeface="Arial"/>
                <a:ea typeface="Arial"/>
                <a:cs typeface="Arial"/>
              </a:defRPr>
            </a:lvl6pPr>
            <a:lvl7pPr algn="l">
              <a:defRPr sz="1875" b="1">
                <a:solidFill>
                  <a:srgbClr val="42710D"/>
                </a:solidFill>
                <a:latin typeface="Arial"/>
                <a:ea typeface="Arial"/>
                <a:cs typeface="Arial"/>
              </a:defRPr>
            </a:lvl7pPr>
            <a:lvl8pPr algn="l">
              <a:defRPr sz="1875" b="1">
                <a:solidFill>
                  <a:srgbClr val="42710D"/>
                </a:solidFill>
                <a:latin typeface="Arial"/>
                <a:ea typeface="Arial"/>
                <a:cs typeface="Arial"/>
              </a:defRPr>
            </a:lvl8pPr>
            <a:lvl9pPr algn="l">
              <a:defRPr sz="1875" b="1">
                <a:solidFill>
                  <a:srgbClr val="42710D"/>
                </a:solidFill>
                <a:latin typeface="Arial"/>
                <a:ea typeface="Arial"/>
                <a:cs typeface="Arial"/>
              </a:defRPr>
            </a:lvl9pPr>
          </a:lstStyle>
          <a:p xmlns:a="http://schemas.openxmlformats.org/drawingml/2006/main">
            <a:pPr algn="l">
              <a:defRPr sz="1875" b="1">
                <a:solidFill>
                  <a:srgbClr val="42710D"/>
                </a:solidFill>
                <a:latin typeface="Arial"/>
                <a:ea typeface="Arial"/>
                <a:cs typeface="Arial"/>
              </a:defRPr>
            </a:pPr>
            <a:r>
              <a:rPr sz="1875" b="1">
                <a:solidFill>
                  <a:srgbClr val="42710D"/>
                </a:solidFill>
                <a:latin typeface="Arial"/>
                <a:ea typeface="Arial"/>
                <a:cs typeface="Arial"/>
              </a:rPr>
              <a:t>GitHub</a:t>
            </a:r>
          </a:p>
        </p:txBody>
      </p:sp>
      <p:sp>
        <p:nvSpPr>
          <p:cNvPr id="13" name="editable-text">
            <a:extLst xmlns:a="http://schemas.openxmlformats.org/drawingml/2006/main">
              <a:ext uri="{FF2B5EF4-FFF2-40B4-BE49-F238E27FC236}">
                <a16:creationId xmlns:a16="http://schemas.microsoft.com/office/drawing/2014/main" id="{F1ECAA48-BCA5-4475-B563-6BFE9644C00C}"/>
              </a:ext>
            </a:extLst>
          </p:cNvPr>
          <p:cNvSpPr>
            <a:spLocks xmlns:a="http://schemas.openxmlformats.org/drawingml/2006/main" noGrp="1"/>
          </p:cNvSpPr>
          <p:nvPr/>
        </p:nvSpPr>
        <p:spPr>
          <a:xfrm xmlns:a="http://schemas.openxmlformats.org/drawingml/2006/main">
            <a:off x="3638550" y="4657725"/>
            <a:ext cx="75723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172317"/>
                </a:solidFill>
                <a:latin typeface="Arial"/>
                <a:ea typeface="Arial"/>
                <a:cs typeface="Arial"/>
              </a:defRPr>
            </a:defPPr>
            <a:lvl1pPr algn="l">
              <a:defRPr sz="1800" b="0">
                <a:solidFill>
                  <a:srgbClr val="172317"/>
                </a:solidFill>
                <a:latin typeface="Arial"/>
                <a:ea typeface="Arial"/>
                <a:cs typeface="Arial"/>
              </a:defRPr>
            </a:lvl1pPr>
            <a:lvl2pPr algn="l">
              <a:defRPr sz="1800" b="0">
                <a:solidFill>
                  <a:srgbClr val="172317"/>
                </a:solidFill>
                <a:latin typeface="Arial"/>
                <a:ea typeface="Arial"/>
                <a:cs typeface="Arial"/>
              </a:defRPr>
            </a:lvl2pPr>
            <a:lvl3pPr algn="l">
              <a:defRPr sz="1800" b="0">
                <a:solidFill>
                  <a:srgbClr val="172317"/>
                </a:solidFill>
                <a:latin typeface="Arial"/>
                <a:ea typeface="Arial"/>
                <a:cs typeface="Arial"/>
              </a:defRPr>
            </a:lvl3pPr>
            <a:lvl4pPr algn="l">
              <a:defRPr sz="1800" b="0">
                <a:solidFill>
                  <a:srgbClr val="172317"/>
                </a:solidFill>
                <a:latin typeface="Arial"/>
                <a:ea typeface="Arial"/>
                <a:cs typeface="Arial"/>
              </a:defRPr>
            </a:lvl4pPr>
            <a:lvl5pPr algn="l">
              <a:defRPr sz="1800" b="0">
                <a:solidFill>
                  <a:srgbClr val="172317"/>
                </a:solidFill>
                <a:latin typeface="Arial"/>
                <a:ea typeface="Arial"/>
                <a:cs typeface="Arial"/>
              </a:defRPr>
            </a:lvl5pPr>
            <a:lvl6pPr algn="l">
              <a:defRPr sz="1800" b="0">
                <a:solidFill>
                  <a:srgbClr val="172317"/>
                </a:solidFill>
                <a:latin typeface="Arial"/>
                <a:ea typeface="Arial"/>
                <a:cs typeface="Arial"/>
              </a:defRPr>
            </a:lvl6pPr>
            <a:lvl7pPr algn="l">
              <a:defRPr sz="1800" b="0">
                <a:solidFill>
                  <a:srgbClr val="172317"/>
                </a:solidFill>
                <a:latin typeface="Arial"/>
                <a:ea typeface="Arial"/>
                <a:cs typeface="Arial"/>
              </a:defRPr>
            </a:lvl7pPr>
            <a:lvl8pPr algn="l">
              <a:defRPr sz="1800" b="0">
                <a:solidFill>
                  <a:srgbClr val="172317"/>
                </a:solidFill>
                <a:latin typeface="Arial"/>
                <a:ea typeface="Arial"/>
                <a:cs typeface="Arial"/>
              </a:defRPr>
            </a:lvl8pPr>
            <a:lvl9pPr algn="l">
              <a:defRPr sz="1800" b="0">
                <a:solidFill>
                  <a:srgbClr val="172317"/>
                </a:solidFill>
                <a:latin typeface="Arial"/>
                <a:ea typeface="Arial"/>
                <a:cs typeface="Arial"/>
              </a:defRPr>
            </a:lvl9pPr>
          </a:lstStyle>
          <a:p xmlns:a="http://schemas.openxmlformats.org/drawingml/2006/main">
            <a:pPr algn="l">
              <a:defRPr sz="1800" b="0">
                <a:solidFill>
                  <a:srgbClr val="172317"/>
                </a:solidFill>
                <a:latin typeface="Arial"/>
                <a:ea typeface="Arial"/>
                <a:cs typeface="Arial"/>
              </a:defRPr>
            </a:pPr>
            <a:r>
              <a:rPr sz="1800" b="0">
                <a:solidFill>
                  <a:srgbClr val="172317"/>
                </a:solidFill>
                <a:latin typeface="Arial"/>
                <a:ea typeface="Arial"/>
                <a:cs typeface="Arial"/>
              </a:rPr>
              <a:t>Depo oluşturma, dosya gönderme ve pull request araçları.</a:t>
            </a:r>
          </a:p>
        </p:txBody>
      </p:sp>
      <p:sp>
        <p:nvSpPr>
          <p:cNvPr id="14" name="background-or-rule">
            <a:extLst xmlns:a="http://schemas.openxmlformats.org/drawingml/2006/main">
              <a:ext uri="{FF2B5EF4-FFF2-40B4-BE49-F238E27FC236}">
                <a16:creationId xmlns:a16="http://schemas.microsoft.com/office/drawing/2014/main" id="{7FA71D3C-F0A1-4B3A-A45F-04EA70E1E7CA}"/>
              </a:ext>
            </a:extLst>
          </p:cNvPr>
          <p:cNvSpPr>
            <a:spLocks xmlns:a="http://schemas.openxmlformats.org/drawingml/2006/main" noGrp="1"/>
          </p:cNvSpPr>
          <p:nvPr/>
        </p:nvSpPr>
        <p:spPr>
          <a:xfrm xmlns:a="http://schemas.openxmlformats.org/drawingml/2006/main">
            <a:off x="742950" y="5305425"/>
            <a:ext cx="10382250" cy="9525"/>
          </a:xfrm>
          <a:prstGeom xmlns:a="http://schemas.openxmlformats.org/drawingml/2006/main" prst="rect">
            <a:avLst/>
          </a:prstGeom>
          <a:solidFill xmlns:a="http://schemas.openxmlformats.org/drawingml/2006/main">
            <a:srgbClr val="C5D3BA"/>
          </a:solidFill>
          <a:ln xmlns:a="http://schemas.openxmlformats.org/drawingml/2006/main" w="0">
            <a:noFill/>
            <a:prstDash val="solid"/>
          </a:ln>
        </p:spPr>
      </p:sp>
      <p:sp>
        <p:nvSpPr>
          <p:cNvPr id="15" name="editable-text">
            <a:extLst xmlns:a="http://schemas.openxmlformats.org/drawingml/2006/main">
              <a:ext uri="{FF2B5EF4-FFF2-40B4-BE49-F238E27FC236}">
                <a16:creationId xmlns:a16="http://schemas.microsoft.com/office/drawing/2014/main" id="{D2B2A8BE-C5F0-43C0-AF37-EE61DC4EB003}"/>
              </a:ext>
            </a:extLst>
          </p:cNvPr>
          <p:cNvSpPr>
            <a:spLocks xmlns:a="http://schemas.openxmlformats.org/drawingml/2006/main" noGrp="1"/>
          </p:cNvSpPr>
          <p:nvPr/>
        </p:nvSpPr>
        <p:spPr>
          <a:xfrm xmlns:a="http://schemas.openxmlformats.org/drawingml/2006/main">
            <a:off x="742950" y="57150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26454"/>
                </a:solidFill>
                <a:latin typeface="Arial"/>
                <a:ea typeface="Arial"/>
                <a:cs typeface="Arial"/>
              </a:defRPr>
            </a:defPPr>
            <a:lvl1pPr algn="l">
              <a:defRPr sz="1650" b="0">
                <a:solidFill>
                  <a:srgbClr val="526454"/>
                </a:solidFill>
                <a:latin typeface="Arial"/>
                <a:ea typeface="Arial"/>
                <a:cs typeface="Arial"/>
              </a:defRPr>
            </a:lvl1pPr>
            <a:lvl2pPr algn="l">
              <a:defRPr sz="1650" b="0">
                <a:solidFill>
                  <a:srgbClr val="526454"/>
                </a:solidFill>
                <a:latin typeface="Arial"/>
                <a:ea typeface="Arial"/>
                <a:cs typeface="Arial"/>
              </a:defRPr>
            </a:lvl2pPr>
            <a:lvl3pPr algn="l">
              <a:defRPr sz="1650" b="0">
                <a:solidFill>
                  <a:srgbClr val="526454"/>
                </a:solidFill>
                <a:latin typeface="Arial"/>
                <a:ea typeface="Arial"/>
                <a:cs typeface="Arial"/>
              </a:defRPr>
            </a:lvl3pPr>
            <a:lvl4pPr algn="l">
              <a:defRPr sz="1650" b="0">
                <a:solidFill>
                  <a:srgbClr val="526454"/>
                </a:solidFill>
                <a:latin typeface="Arial"/>
                <a:ea typeface="Arial"/>
                <a:cs typeface="Arial"/>
              </a:defRPr>
            </a:lvl4pPr>
            <a:lvl5pPr algn="l">
              <a:defRPr sz="1650" b="0">
                <a:solidFill>
                  <a:srgbClr val="526454"/>
                </a:solidFill>
                <a:latin typeface="Arial"/>
                <a:ea typeface="Arial"/>
                <a:cs typeface="Arial"/>
              </a:defRPr>
            </a:lvl5pPr>
            <a:lvl6pPr algn="l">
              <a:defRPr sz="1650" b="0">
                <a:solidFill>
                  <a:srgbClr val="526454"/>
                </a:solidFill>
                <a:latin typeface="Arial"/>
                <a:ea typeface="Arial"/>
                <a:cs typeface="Arial"/>
              </a:defRPr>
            </a:lvl6pPr>
            <a:lvl7pPr algn="l">
              <a:defRPr sz="1650" b="0">
                <a:solidFill>
                  <a:srgbClr val="526454"/>
                </a:solidFill>
                <a:latin typeface="Arial"/>
                <a:ea typeface="Arial"/>
                <a:cs typeface="Arial"/>
              </a:defRPr>
            </a:lvl7pPr>
            <a:lvl8pPr algn="l">
              <a:defRPr sz="1650" b="0">
                <a:solidFill>
                  <a:srgbClr val="526454"/>
                </a:solidFill>
                <a:latin typeface="Arial"/>
                <a:ea typeface="Arial"/>
                <a:cs typeface="Arial"/>
              </a:defRPr>
            </a:lvl8pPr>
            <a:lvl9pPr algn="l">
              <a:defRPr sz="1650" b="0">
                <a:solidFill>
                  <a:srgbClr val="526454"/>
                </a:solidFill>
                <a:latin typeface="Arial"/>
                <a:ea typeface="Arial"/>
                <a:cs typeface="Arial"/>
              </a:defRPr>
            </a:lvl9pPr>
          </a:lstStyle>
          <a:p xmlns:a="http://schemas.openxmlformats.org/drawingml/2006/main">
            <a:pPr algn="l">
              <a:defRPr sz="1650" b="0">
                <a:solidFill>
                  <a:srgbClr val="526454"/>
                </a:solidFill>
                <a:latin typeface="Arial"/>
                <a:ea typeface="Arial"/>
                <a:cs typeface="Arial"/>
              </a:defRPr>
            </a:pPr>
            <a:r>
              <a:rPr sz="1650" b="0">
                <a:solidFill>
                  <a:srgbClr val="526454"/>
                </a:solidFill>
                <a:latin typeface="Arial"/>
                <a:ea typeface="Arial"/>
                <a:cs typeface="Arial"/>
              </a:rPr>
              <a:t>Her araç çağrısı normalde onay ister; YOLO açıkken otomatik onaylanır.</a:t>
            </a:r>
          </a:p>
        </p:txBody>
      </p:sp>
    </p:spTree>
    <p:extLst>
      <p:ext uri="{BB962C8B-B14F-4D97-AF65-F5344CB8AC3E}">
        <p14:creationId xmlns:p14="http://schemas.microsoft.com/office/powerpoint/2010/main" val="485399977"/>
      </p:ext>
    </p:extLst>
  </p:cSld>
</p:sld>
</file>

<file path=ppt/slides/slide5.xml><?xml version="1.0" encoding="utf-8"?>
<p:sld xmlns:p="http://schemas.openxmlformats.org/presentationml/2006/main">
  <p:cSld>
    <p:bg>
      <p:bgPr>
        <a:solidFill xmlns:a="http://schemas.openxmlformats.org/drawingml/2006/main">
          <a:srgbClr val="F7FAF3"/>
        </a:solidFill>
      </p:bgPr>
    </p:bg>
    <p:spTree>
      <p:nvGrpSpPr>
        <p:cNvPr id="1" name=""/>
        <p:cNvGrpSpPr/>
        <p:nvPr/>
      </p:nvGrpSpPr>
      <p:grpSpPr>
        <a:xfrm xmlns:a="http://schemas.openxmlformats.org/drawingml/2006/main"/>
      </p:grpSpPr>
      <p:sp>
        <p:nvSpPr>
          <p:cNvPr id="16" name="editable-text">
            <a:extLst xmlns:a="http://schemas.openxmlformats.org/drawingml/2006/main">
              <a:ext uri="{FF2B5EF4-FFF2-40B4-BE49-F238E27FC236}">
                <a16:creationId xmlns:a16="http://schemas.microsoft.com/office/drawing/2014/main" id="{8C0B663E-5056-433D-A8F6-D93B32A011C8}"/>
              </a:ext>
            </a:extLst>
          </p:cNvPr>
          <p:cNvSpPr>
            <a:spLocks xmlns:a="http://schemas.openxmlformats.org/drawingml/2006/main" noGrp="1"/>
          </p:cNvSpPr>
          <p:nvPr/>
        </p:nvSpPr>
        <p:spPr>
          <a:xfrm xmlns:a="http://schemas.openxmlformats.org/drawingml/2006/main">
            <a:off x="619125" y="33337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42710D"/>
                </a:solidFill>
                <a:latin typeface="Arial"/>
                <a:ea typeface="Arial"/>
                <a:cs typeface="Arial"/>
              </a:defRPr>
            </a:defPPr>
            <a:lvl1pPr algn="l">
              <a:defRPr sz="1200" b="1">
                <a:solidFill>
                  <a:srgbClr val="42710D"/>
                </a:solidFill>
                <a:latin typeface="Arial"/>
                <a:ea typeface="Arial"/>
                <a:cs typeface="Arial"/>
              </a:defRPr>
            </a:lvl1pPr>
            <a:lvl2pPr algn="l">
              <a:defRPr sz="1200" b="1">
                <a:solidFill>
                  <a:srgbClr val="42710D"/>
                </a:solidFill>
                <a:latin typeface="Arial"/>
                <a:ea typeface="Arial"/>
                <a:cs typeface="Arial"/>
              </a:defRPr>
            </a:lvl2pPr>
            <a:lvl3pPr algn="l">
              <a:defRPr sz="1200" b="1">
                <a:solidFill>
                  <a:srgbClr val="42710D"/>
                </a:solidFill>
                <a:latin typeface="Arial"/>
                <a:ea typeface="Arial"/>
                <a:cs typeface="Arial"/>
              </a:defRPr>
            </a:lvl3pPr>
            <a:lvl4pPr algn="l">
              <a:defRPr sz="1200" b="1">
                <a:solidFill>
                  <a:srgbClr val="42710D"/>
                </a:solidFill>
                <a:latin typeface="Arial"/>
                <a:ea typeface="Arial"/>
                <a:cs typeface="Arial"/>
              </a:defRPr>
            </a:lvl4pPr>
            <a:lvl5pPr algn="l">
              <a:defRPr sz="1200" b="1">
                <a:solidFill>
                  <a:srgbClr val="42710D"/>
                </a:solidFill>
                <a:latin typeface="Arial"/>
                <a:ea typeface="Arial"/>
                <a:cs typeface="Arial"/>
              </a:defRPr>
            </a:lvl5pPr>
            <a:lvl6pPr algn="l">
              <a:defRPr sz="1200" b="1">
                <a:solidFill>
                  <a:srgbClr val="42710D"/>
                </a:solidFill>
                <a:latin typeface="Arial"/>
                <a:ea typeface="Arial"/>
                <a:cs typeface="Arial"/>
              </a:defRPr>
            </a:lvl6pPr>
            <a:lvl7pPr algn="l">
              <a:defRPr sz="1200" b="1">
                <a:solidFill>
                  <a:srgbClr val="42710D"/>
                </a:solidFill>
                <a:latin typeface="Arial"/>
                <a:ea typeface="Arial"/>
                <a:cs typeface="Arial"/>
              </a:defRPr>
            </a:lvl7pPr>
            <a:lvl8pPr algn="l">
              <a:defRPr sz="1200" b="1">
                <a:solidFill>
                  <a:srgbClr val="42710D"/>
                </a:solidFill>
                <a:latin typeface="Arial"/>
                <a:ea typeface="Arial"/>
                <a:cs typeface="Arial"/>
              </a:defRPr>
            </a:lvl8pPr>
            <a:lvl9pPr algn="l">
              <a:defRPr sz="1200" b="1">
                <a:solidFill>
                  <a:srgbClr val="42710D"/>
                </a:solidFill>
                <a:latin typeface="Arial"/>
                <a:ea typeface="Arial"/>
                <a:cs typeface="Arial"/>
              </a:defRPr>
            </a:lvl9pPr>
          </a:lstStyle>
          <a:p xmlns:a="http://schemas.openxmlformats.org/drawingml/2006/main">
            <a:pPr algn="l">
              <a:defRPr sz="1200" b="1">
                <a:solidFill>
                  <a:srgbClr val="42710D"/>
                </a:solidFill>
                <a:latin typeface="Arial"/>
                <a:ea typeface="Arial"/>
                <a:cs typeface="Arial"/>
              </a:defRPr>
            </a:pPr>
            <a:r>
              <a:rPr sz="1200" b="1">
                <a:solidFill>
                  <a:srgbClr val="42710D"/>
                </a:solidFill>
                <a:latin typeface="Arial"/>
                <a:ea typeface="Arial"/>
                <a:cs typeface="Arial"/>
              </a:rPr>
              <a:t>T BOT  /  V1</a:t>
            </a:r>
          </a:p>
        </p:txBody>
      </p:sp>
      <p:sp>
        <p:nvSpPr>
          <p:cNvPr id="2" name="editable-text">
            <a:extLst xmlns:a="http://schemas.openxmlformats.org/drawingml/2006/main">
              <a:ext uri="{FF2B5EF4-FFF2-40B4-BE49-F238E27FC236}">
                <a16:creationId xmlns:a16="http://schemas.microsoft.com/office/drawing/2014/main" id="{DC34B170-66AB-496E-9180-B5035305C3DF}"/>
              </a:ext>
            </a:extLst>
          </p:cNvPr>
          <p:cNvSpPr>
            <a:spLocks xmlns:a="http://schemas.openxmlformats.org/drawingml/2006/main" noGrp="1"/>
          </p:cNvSpPr>
          <p:nvPr/>
        </p:nvSpPr>
        <p:spPr>
          <a:xfrm xmlns:a="http://schemas.openxmlformats.org/drawingml/2006/main">
            <a:off x="619125" y="742950"/>
            <a:ext cx="1095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72317"/>
                </a:solidFill>
                <a:latin typeface="Arial"/>
                <a:ea typeface="Arial"/>
                <a:cs typeface="Arial"/>
              </a:defRPr>
            </a:defPPr>
            <a:lvl1pPr algn="l">
              <a:defRPr sz="3225" b="1">
                <a:solidFill>
                  <a:srgbClr val="172317"/>
                </a:solidFill>
                <a:latin typeface="Arial"/>
                <a:ea typeface="Arial"/>
                <a:cs typeface="Arial"/>
              </a:defRPr>
            </a:lvl1pPr>
            <a:lvl2pPr algn="l">
              <a:defRPr sz="3225" b="1">
                <a:solidFill>
                  <a:srgbClr val="172317"/>
                </a:solidFill>
                <a:latin typeface="Arial"/>
                <a:ea typeface="Arial"/>
                <a:cs typeface="Arial"/>
              </a:defRPr>
            </a:lvl2pPr>
            <a:lvl3pPr algn="l">
              <a:defRPr sz="3225" b="1">
                <a:solidFill>
                  <a:srgbClr val="172317"/>
                </a:solidFill>
                <a:latin typeface="Arial"/>
                <a:ea typeface="Arial"/>
                <a:cs typeface="Arial"/>
              </a:defRPr>
            </a:lvl3pPr>
            <a:lvl4pPr algn="l">
              <a:defRPr sz="3225" b="1">
                <a:solidFill>
                  <a:srgbClr val="172317"/>
                </a:solidFill>
                <a:latin typeface="Arial"/>
                <a:ea typeface="Arial"/>
                <a:cs typeface="Arial"/>
              </a:defRPr>
            </a:lvl4pPr>
            <a:lvl5pPr algn="l">
              <a:defRPr sz="3225" b="1">
                <a:solidFill>
                  <a:srgbClr val="172317"/>
                </a:solidFill>
                <a:latin typeface="Arial"/>
                <a:ea typeface="Arial"/>
                <a:cs typeface="Arial"/>
              </a:defRPr>
            </a:lvl5pPr>
            <a:lvl6pPr algn="l">
              <a:defRPr sz="3225" b="1">
                <a:solidFill>
                  <a:srgbClr val="172317"/>
                </a:solidFill>
                <a:latin typeface="Arial"/>
                <a:ea typeface="Arial"/>
                <a:cs typeface="Arial"/>
              </a:defRPr>
            </a:lvl6pPr>
            <a:lvl7pPr algn="l">
              <a:defRPr sz="3225" b="1">
                <a:solidFill>
                  <a:srgbClr val="172317"/>
                </a:solidFill>
                <a:latin typeface="Arial"/>
                <a:ea typeface="Arial"/>
                <a:cs typeface="Arial"/>
              </a:defRPr>
            </a:lvl7pPr>
            <a:lvl8pPr algn="l">
              <a:defRPr sz="3225" b="1">
                <a:solidFill>
                  <a:srgbClr val="172317"/>
                </a:solidFill>
                <a:latin typeface="Arial"/>
                <a:ea typeface="Arial"/>
                <a:cs typeface="Arial"/>
              </a:defRPr>
            </a:lvl8pPr>
            <a:lvl9pPr algn="l">
              <a:defRPr sz="3225" b="1">
                <a:solidFill>
                  <a:srgbClr val="172317"/>
                </a:solidFill>
                <a:latin typeface="Arial"/>
                <a:ea typeface="Arial"/>
                <a:cs typeface="Arial"/>
              </a:defRPr>
            </a:lvl9pPr>
          </a:lstStyle>
          <a:p xmlns:a="http://schemas.openxmlformats.org/drawingml/2006/main">
            <a:pPr algn="l">
              <a:defRPr sz="3225" b="1">
                <a:solidFill>
                  <a:srgbClr val="172317"/>
                </a:solidFill>
                <a:latin typeface="Arial"/>
                <a:ea typeface="Arial"/>
                <a:cs typeface="Arial"/>
              </a:defRPr>
            </a:pPr>
            <a:r>
              <a:rPr sz="3225" b="1">
                <a:solidFill>
                  <a:srgbClr val="172317"/>
                </a:solidFill>
                <a:latin typeface="Arial"/>
                <a:ea typeface="Arial"/>
                <a:cs typeface="Arial"/>
              </a:rPr>
              <a:t>Kısa kullanım akışı</a:t>
            </a:r>
          </a:p>
        </p:txBody>
      </p:sp>
      <p:sp>
        <p:nvSpPr>
          <p:cNvPr id="3" name="background-or-rule">
            <a:extLst xmlns:a="http://schemas.openxmlformats.org/drawingml/2006/main">
              <a:ext uri="{FF2B5EF4-FFF2-40B4-BE49-F238E27FC236}">
                <a16:creationId xmlns:a16="http://schemas.microsoft.com/office/drawing/2014/main" id="{2287CEBC-72A9-4AD9-8883-323269E0D6C5}"/>
              </a:ext>
            </a:extLst>
          </p:cNvPr>
          <p:cNvSpPr>
            <a:spLocks xmlns:a="http://schemas.openxmlformats.org/drawingml/2006/main" noGrp="1"/>
          </p:cNvSpPr>
          <p:nvPr/>
        </p:nvSpPr>
        <p:spPr>
          <a:xfrm xmlns:a="http://schemas.openxmlformats.org/drawingml/2006/main">
            <a:off x="619125" y="1657350"/>
            <a:ext cx="10953750" cy="19050"/>
          </a:xfrm>
          <a:prstGeom xmlns:a="http://schemas.openxmlformats.org/drawingml/2006/main" prst="rect">
            <a:avLst/>
          </a:prstGeom>
          <a:solidFill xmlns:a="http://schemas.openxmlformats.org/drawingml/2006/main">
            <a:srgbClr val="C5D3BA"/>
          </a:solidFill>
          <a:ln xmlns:a="http://schemas.openxmlformats.org/drawingml/2006/main" w="0">
            <a:noFill/>
            <a:prstDash val="solid"/>
          </a:ln>
        </p:spPr>
      </p:sp>
      <p:sp>
        <p:nvSpPr>
          <p:cNvPr id="4" name="editable-text">
            <a:extLst xmlns:a="http://schemas.openxmlformats.org/drawingml/2006/main">
              <a:ext uri="{FF2B5EF4-FFF2-40B4-BE49-F238E27FC236}">
                <a16:creationId xmlns:a16="http://schemas.microsoft.com/office/drawing/2014/main" id="{A64C530C-2187-4483-B3E1-926FC49C6E6A}"/>
              </a:ext>
            </a:extLst>
          </p:cNvPr>
          <p:cNvSpPr>
            <a:spLocks xmlns:a="http://schemas.openxmlformats.org/drawingml/2006/main" noGrp="1"/>
          </p:cNvSpPr>
          <p:nvPr/>
        </p:nvSpPr>
        <p:spPr>
          <a:xfrm xmlns:a="http://schemas.openxmlformats.org/drawingml/2006/main">
            <a:off x="10953750" y="63627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26454"/>
                </a:solidFill>
                <a:latin typeface="Arial"/>
                <a:ea typeface="Arial"/>
                <a:cs typeface="Arial"/>
              </a:defRPr>
            </a:defPPr>
            <a:lvl1pPr algn="r">
              <a:defRPr sz="1200" b="1">
                <a:solidFill>
                  <a:srgbClr val="526454"/>
                </a:solidFill>
                <a:latin typeface="Arial"/>
                <a:ea typeface="Arial"/>
                <a:cs typeface="Arial"/>
              </a:defRPr>
            </a:lvl1pPr>
            <a:lvl2pPr algn="r">
              <a:defRPr sz="1200" b="1">
                <a:solidFill>
                  <a:srgbClr val="526454"/>
                </a:solidFill>
                <a:latin typeface="Arial"/>
                <a:ea typeface="Arial"/>
                <a:cs typeface="Arial"/>
              </a:defRPr>
            </a:lvl2pPr>
            <a:lvl3pPr algn="r">
              <a:defRPr sz="1200" b="1">
                <a:solidFill>
                  <a:srgbClr val="526454"/>
                </a:solidFill>
                <a:latin typeface="Arial"/>
                <a:ea typeface="Arial"/>
                <a:cs typeface="Arial"/>
              </a:defRPr>
            </a:lvl3pPr>
            <a:lvl4pPr algn="r">
              <a:defRPr sz="1200" b="1">
                <a:solidFill>
                  <a:srgbClr val="526454"/>
                </a:solidFill>
                <a:latin typeface="Arial"/>
                <a:ea typeface="Arial"/>
                <a:cs typeface="Arial"/>
              </a:defRPr>
            </a:lvl4pPr>
            <a:lvl5pPr algn="r">
              <a:defRPr sz="1200" b="1">
                <a:solidFill>
                  <a:srgbClr val="526454"/>
                </a:solidFill>
                <a:latin typeface="Arial"/>
                <a:ea typeface="Arial"/>
                <a:cs typeface="Arial"/>
              </a:defRPr>
            </a:lvl5pPr>
            <a:lvl6pPr algn="r">
              <a:defRPr sz="1200" b="1">
                <a:solidFill>
                  <a:srgbClr val="526454"/>
                </a:solidFill>
                <a:latin typeface="Arial"/>
                <a:ea typeface="Arial"/>
                <a:cs typeface="Arial"/>
              </a:defRPr>
            </a:lvl6pPr>
            <a:lvl7pPr algn="r">
              <a:defRPr sz="1200" b="1">
                <a:solidFill>
                  <a:srgbClr val="526454"/>
                </a:solidFill>
                <a:latin typeface="Arial"/>
                <a:ea typeface="Arial"/>
                <a:cs typeface="Arial"/>
              </a:defRPr>
            </a:lvl7pPr>
            <a:lvl8pPr algn="r">
              <a:defRPr sz="1200" b="1">
                <a:solidFill>
                  <a:srgbClr val="526454"/>
                </a:solidFill>
                <a:latin typeface="Arial"/>
                <a:ea typeface="Arial"/>
                <a:cs typeface="Arial"/>
              </a:defRPr>
            </a:lvl8pPr>
            <a:lvl9pPr algn="r">
              <a:defRPr sz="1200" b="1">
                <a:solidFill>
                  <a:srgbClr val="526454"/>
                </a:solidFill>
                <a:latin typeface="Arial"/>
                <a:ea typeface="Arial"/>
                <a:cs typeface="Arial"/>
              </a:defRPr>
            </a:lvl9pPr>
          </a:lstStyle>
          <a:p xmlns:a="http://schemas.openxmlformats.org/drawingml/2006/main">
            <a:pPr algn="r">
              <a:defRPr sz="1200" b="1">
                <a:solidFill>
                  <a:srgbClr val="526454"/>
                </a:solidFill>
                <a:latin typeface="Arial"/>
                <a:ea typeface="Arial"/>
                <a:cs typeface="Arial"/>
              </a:defRPr>
            </a:pPr>
            <a:r>
              <a:rPr sz="1200" b="1">
                <a:solidFill>
                  <a:srgbClr val="526454"/>
                </a:solidFill>
                <a:latin typeface="Arial"/>
                <a:ea typeface="Arial"/>
                <a:cs typeface="Arial"/>
              </a:rPr>
              <a:t>05</a:t>
            </a:r>
          </a:p>
        </p:txBody>
      </p:sp>
      <p:sp>
        <p:nvSpPr>
          <p:cNvPr id="5" name="editable-text">
            <a:extLst xmlns:a="http://schemas.openxmlformats.org/drawingml/2006/main">
              <a:ext uri="{FF2B5EF4-FFF2-40B4-BE49-F238E27FC236}">
                <a16:creationId xmlns:a16="http://schemas.microsoft.com/office/drawing/2014/main" id="{45204455-156D-4D8F-A56D-2582F628D694}"/>
              </a:ext>
            </a:extLst>
          </p:cNvPr>
          <p:cNvSpPr>
            <a:spLocks xmlns:a="http://schemas.openxmlformats.org/drawingml/2006/main" noGrp="1"/>
          </p:cNvSpPr>
          <p:nvPr/>
        </p:nvSpPr>
        <p:spPr>
          <a:xfrm xmlns:a="http://schemas.openxmlformats.org/drawingml/2006/main">
            <a:off x="742950" y="2152650"/>
            <a:ext cx="685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78B82A"/>
                </a:solidFill>
                <a:latin typeface="Arial"/>
                <a:ea typeface="Arial"/>
                <a:cs typeface="Arial"/>
              </a:defRPr>
            </a:defPPr>
            <a:lvl1pPr algn="l">
              <a:defRPr sz="3000" b="1">
                <a:solidFill>
                  <a:srgbClr val="78B82A"/>
                </a:solidFill>
                <a:latin typeface="Arial"/>
                <a:ea typeface="Arial"/>
                <a:cs typeface="Arial"/>
              </a:defRPr>
            </a:lvl1pPr>
            <a:lvl2pPr algn="l">
              <a:defRPr sz="3000" b="1">
                <a:solidFill>
                  <a:srgbClr val="78B82A"/>
                </a:solidFill>
                <a:latin typeface="Arial"/>
                <a:ea typeface="Arial"/>
                <a:cs typeface="Arial"/>
              </a:defRPr>
            </a:lvl2pPr>
            <a:lvl3pPr algn="l">
              <a:defRPr sz="3000" b="1">
                <a:solidFill>
                  <a:srgbClr val="78B82A"/>
                </a:solidFill>
                <a:latin typeface="Arial"/>
                <a:ea typeface="Arial"/>
                <a:cs typeface="Arial"/>
              </a:defRPr>
            </a:lvl3pPr>
            <a:lvl4pPr algn="l">
              <a:defRPr sz="3000" b="1">
                <a:solidFill>
                  <a:srgbClr val="78B82A"/>
                </a:solidFill>
                <a:latin typeface="Arial"/>
                <a:ea typeface="Arial"/>
                <a:cs typeface="Arial"/>
              </a:defRPr>
            </a:lvl4pPr>
            <a:lvl5pPr algn="l">
              <a:defRPr sz="3000" b="1">
                <a:solidFill>
                  <a:srgbClr val="78B82A"/>
                </a:solidFill>
                <a:latin typeface="Arial"/>
                <a:ea typeface="Arial"/>
                <a:cs typeface="Arial"/>
              </a:defRPr>
            </a:lvl5pPr>
            <a:lvl6pPr algn="l">
              <a:defRPr sz="3000" b="1">
                <a:solidFill>
                  <a:srgbClr val="78B82A"/>
                </a:solidFill>
                <a:latin typeface="Arial"/>
                <a:ea typeface="Arial"/>
                <a:cs typeface="Arial"/>
              </a:defRPr>
            </a:lvl6pPr>
            <a:lvl7pPr algn="l">
              <a:defRPr sz="3000" b="1">
                <a:solidFill>
                  <a:srgbClr val="78B82A"/>
                </a:solidFill>
                <a:latin typeface="Arial"/>
                <a:ea typeface="Arial"/>
                <a:cs typeface="Arial"/>
              </a:defRPr>
            </a:lvl7pPr>
            <a:lvl8pPr algn="l">
              <a:defRPr sz="3000" b="1">
                <a:solidFill>
                  <a:srgbClr val="78B82A"/>
                </a:solidFill>
                <a:latin typeface="Arial"/>
                <a:ea typeface="Arial"/>
                <a:cs typeface="Arial"/>
              </a:defRPr>
            </a:lvl8pPr>
            <a:lvl9pPr algn="l">
              <a:defRPr sz="3000" b="1">
                <a:solidFill>
                  <a:srgbClr val="78B82A"/>
                </a:solidFill>
                <a:latin typeface="Arial"/>
                <a:ea typeface="Arial"/>
                <a:cs typeface="Arial"/>
              </a:defRPr>
            </a:lvl9pPr>
          </a:lstStyle>
          <a:p xmlns:a="http://schemas.openxmlformats.org/drawingml/2006/main">
            <a:pPr algn="l">
              <a:defRPr sz="3000" b="1">
                <a:solidFill>
                  <a:srgbClr val="78B82A"/>
                </a:solidFill>
                <a:latin typeface="Arial"/>
                <a:ea typeface="Arial"/>
                <a:cs typeface="Arial"/>
              </a:defRPr>
            </a:pPr>
            <a:r>
              <a:rPr sz="3000" b="1">
                <a:solidFill>
                  <a:srgbClr val="78B82A"/>
                </a:solidFill>
                <a:latin typeface="Arial"/>
                <a:ea typeface="Arial"/>
                <a:cs typeface="Arial"/>
              </a:rPr>
              <a:t>1</a:t>
            </a:r>
          </a:p>
        </p:txBody>
      </p:sp>
      <p:sp>
        <p:nvSpPr>
          <p:cNvPr id="6" name="editable-text">
            <a:extLst xmlns:a="http://schemas.openxmlformats.org/drawingml/2006/main">
              <a:ext uri="{FF2B5EF4-FFF2-40B4-BE49-F238E27FC236}">
                <a16:creationId xmlns:a16="http://schemas.microsoft.com/office/drawing/2014/main" id="{8185FBC6-BE96-4581-B581-A9A24767EAF7}"/>
              </a:ext>
            </a:extLst>
          </p:cNvPr>
          <p:cNvSpPr>
            <a:spLocks xmlns:a="http://schemas.openxmlformats.org/drawingml/2006/main" noGrp="1"/>
          </p:cNvSpPr>
          <p:nvPr/>
        </p:nvSpPr>
        <p:spPr>
          <a:xfrm xmlns:a="http://schemas.openxmlformats.org/drawingml/2006/main">
            <a:off x="1476375" y="2152650"/>
            <a:ext cx="2238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42710D"/>
                </a:solidFill>
                <a:latin typeface="Arial"/>
                <a:ea typeface="Arial"/>
                <a:cs typeface="Arial"/>
              </a:defRPr>
            </a:defPPr>
            <a:lvl1pPr algn="l">
              <a:defRPr sz="2250" b="1">
                <a:solidFill>
                  <a:srgbClr val="42710D"/>
                </a:solidFill>
                <a:latin typeface="Arial"/>
                <a:ea typeface="Arial"/>
                <a:cs typeface="Arial"/>
              </a:defRPr>
            </a:lvl1pPr>
            <a:lvl2pPr algn="l">
              <a:defRPr sz="2250" b="1">
                <a:solidFill>
                  <a:srgbClr val="42710D"/>
                </a:solidFill>
                <a:latin typeface="Arial"/>
                <a:ea typeface="Arial"/>
                <a:cs typeface="Arial"/>
              </a:defRPr>
            </a:lvl2pPr>
            <a:lvl3pPr algn="l">
              <a:defRPr sz="2250" b="1">
                <a:solidFill>
                  <a:srgbClr val="42710D"/>
                </a:solidFill>
                <a:latin typeface="Arial"/>
                <a:ea typeface="Arial"/>
                <a:cs typeface="Arial"/>
              </a:defRPr>
            </a:lvl3pPr>
            <a:lvl4pPr algn="l">
              <a:defRPr sz="2250" b="1">
                <a:solidFill>
                  <a:srgbClr val="42710D"/>
                </a:solidFill>
                <a:latin typeface="Arial"/>
                <a:ea typeface="Arial"/>
                <a:cs typeface="Arial"/>
              </a:defRPr>
            </a:lvl4pPr>
            <a:lvl5pPr algn="l">
              <a:defRPr sz="2250" b="1">
                <a:solidFill>
                  <a:srgbClr val="42710D"/>
                </a:solidFill>
                <a:latin typeface="Arial"/>
                <a:ea typeface="Arial"/>
                <a:cs typeface="Arial"/>
              </a:defRPr>
            </a:lvl5pPr>
            <a:lvl6pPr algn="l">
              <a:defRPr sz="2250" b="1">
                <a:solidFill>
                  <a:srgbClr val="42710D"/>
                </a:solidFill>
                <a:latin typeface="Arial"/>
                <a:ea typeface="Arial"/>
                <a:cs typeface="Arial"/>
              </a:defRPr>
            </a:lvl6pPr>
            <a:lvl7pPr algn="l">
              <a:defRPr sz="2250" b="1">
                <a:solidFill>
                  <a:srgbClr val="42710D"/>
                </a:solidFill>
                <a:latin typeface="Arial"/>
                <a:ea typeface="Arial"/>
                <a:cs typeface="Arial"/>
              </a:defRPr>
            </a:lvl7pPr>
            <a:lvl8pPr algn="l">
              <a:defRPr sz="2250" b="1">
                <a:solidFill>
                  <a:srgbClr val="42710D"/>
                </a:solidFill>
                <a:latin typeface="Arial"/>
                <a:ea typeface="Arial"/>
                <a:cs typeface="Arial"/>
              </a:defRPr>
            </a:lvl8pPr>
            <a:lvl9pPr algn="l">
              <a:defRPr sz="2250" b="1">
                <a:solidFill>
                  <a:srgbClr val="42710D"/>
                </a:solidFill>
                <a:latin typeface="Arial"/>
                <a:ea typeface="Arial"/>
                <a:cs typeface="Arial"/>
              </a:defRPr>
            </a:lvl9pPr>
          </a:lstStyle>
          <a:p xmlns:a="http://schemas.openxmlformats.org/drawingml/2006/main">
            <a:pPr algn="l">
              <a:defRPr sz="2250" b="1">
                <a:solidFill>
                  <a:srgbClr val="42710D"/>
                </a:solidFill>
                <a:latin typeface="Arial"/>
                <a:ea typeface="Arial"/>
                <a:cs typeface="Arial"/>
              </a:defRPr>
            </a:pPr>
            <a:r>
              <a:rPr sz="2250" b="1">
                <a:solidFill>
                  <a:srgbClr val="42710D"/>
                </a:solidFill>
                <a:latin typeface="Arial"/>
                <a:ea typeface="Arial"/>
                <a:cs typeface="Arial"/>
              </a:rPr>
              <a:t>/effort</a:t>
            </a:r>
          </a:p>
        </p:txBody>
      </p:sp>
      <p:sp>
        <p:nvSpPr>
          <p:cNvPr id="7" name="editable-text">
            <a:extLst xmlns:a="http://schemas.openxmlformats.org/drawingml/2006/main">
              <a:ext uri="{FF2B5EF4-FFF2-40B4-BE49-F238E27FC236}">
                <a16:creationId xmlns:a16="http://schemas.microsoft.com/office/drawing/2014/main" id="{76D1A436-636D-43D5-A945-85D511B606F6}"/>
              </a:ext>
            </a:extLst>
          </p:cNvPr>
          <p:cNvSpPr>
            <a:spLocks xmlns:a="http://schemas.openxmlformats.org/drawingml/2006/main" noGrp="1"/>
          </p:cNvSpPr>
          <p:nvPr/>
        </p:nvSpPr>
        <p:spPr>
          <a:xfrm xmlns:a="http://schemas.openxmlformats.org/drawingml/2006/main">
            <a:off x="3905250" y="2152650"/>
            <a:ext cx="709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172317"/>
                </a:solidFill>
                <a:latin typeface="Arial"/>
                <a:ea typeface="Arial"/>
                <a:cs typeface="Arial"/>
              </a:defRPr>
            </a:defPPr>
            <a:lvl1pPr algn="l">
              <a:defRPr sz="1875" b="0">
                <a:solidFill>
                  <a:srgbClr val="172317"/>
                </a:solidFill>
                <a:latin typeface="Arial"/>
                <a:ea typeface="Arial"/>
                <a:cs typeface="Arial"/>
              </a:defRPr>
            </a:lvl1pPr>
            <a:lvl2pPr algn="l">
              <a:defRPr sz="1875" b="0">
                <a:solidFill>
                  <a:srgbClr val="172317"/>
                </a:solidFill>
                <a:latin typeface="Arial"/>
                <a:ea typeface="Arial"/>
                <a:cs typeface="Arial"/>
              </a:defRPr>
            </a:lvl2pPr>
            <a:lvl3pPr algn="l">
              <a:defRPr sz="1875" b="0">
                <a:solidFill>
                  <a:srgbClr val="172317"/>
                </a:solidFill>
                <a:latin typeface="Arial"/>
                <a:ea typeface="Arial"/>
                <a:cs typeface="Arial"/>
              </a:defRPr>
            </a:lvl3pPr>
            <a:lvl4pPr algn="l">
              <a:defRPr sz="1875" b="0">
                <a:solidFill>
                  <a:srgbClr val="172317"/>
                </a:solidFill>
                <a:latin typeface="Arial"/>
                <a:ea typeface="Arial"/>
                <a:cs typeface="Arial"/>
              </a:defRPr>
            </a:lvl4pPr>
            <a:lvl5pPr algn="l">
              <a:defRPr sz="1875" b="0">
                <a:solidFill>
                  <a:srgbClr val="172317"/>
                </a:solidFill>
                <a:latin typeface="Arial"/>
                <a:ea typeface="Arial"/>
                <a:cs typeface="Arial"/>
              </a:defRPr>
            </a:lvl5pPr>
            <a:lvl6pPr algn="l">
              <a:defRPr sz="1875" b="0">
                <a:solidFill>
                  <a:srgbClr val="172317"/>
                </a:solidFill>
                <a:latin typeface="Arial"/>
                <a:ea typeface="Arial"/>
                <a:cs typeface="Arial"/>
              </a:defRPr>
            </a:lvl6pPr>
            <a:lvl7pPr algn="l">
              <a:defRPr sz="1875" b="0">
                <a:solidFill>
                  <a:srgbClr val="172317"/>
                </a:solidFill>
                <a:latin typeface="Arial"/>
                <a:ea typeface="Arial"/>
                <a:cs typeface="Arial"/>
              </a:defRPr>
            </a:lvl7pPr>
            <a:lvl8pPr algn="l">
              <a:defRPr sz="1875" b="0">
                <a:solidFill>
                  <a:srgbClr val="172317"/>
                </a:solidFill>
                <a:latin typeface="Arial"/>
                <a:ea typeface="Arial"/>
                <a:cs typeface="Arial"/>
              </a:defRPr>
            </a:lvl8pPr>
            <a:lvl9pPr algn="l">
              <a:defRPr sz="1875" b="0">
                <a:solidFill>
                  <a:srgbClr val="172317"/>
                </a:solidFill>
                <a:latin typeface="Arial"/>
                <a:ea typeface="Arial"/>
                <a:cs typeface="Arial"/>
              </a:defRPr>
            </a:lvl9pPr>
          </a:lstStyle>
          <a:p xmlns:a="http://schemas.openxmlformats.org/drawingml/2006/main">
            <a:pPr algn="l">
              <a:defRPr sz="1875" b="0">
                <a:solidFill>
                  <a:srgbClr val="172317"/>
                </a:solidFill>
                <a:latin typeface="Arial"/>
                <a:ea typeface="Arial"/>
                <a:cs typeface="Arial"/>
              </a:defRPr>
            </a:pPr>
            <a:r>
              <a:rPr sz="1875" b="0">
                <a:solidFill>
                  <a:srgbClr val="172317"/>
                </a:solidFill>
                <a:latin typeface="Arial"/>
                <a:ea typeface="Arial"/>
                <a:cs typeface="Arial"/>
              </a:rPr>
              <a:t>Model için düşünme düzeyini seçin.</a:t>
            </a:r>
          </a:p>
        </p:txBody>
      </p:sp>
      <p:sp>
        <p:nvSpPr>
          <p:cNvPr id="8" name="editable-text">
            <a:extLst xmlns:a="http://schemas.openxmlformats.org/drawingml/2006/main">
              <a:ext uri="{FF2B5EF4-FFF2-40B4-BE49-F238E27FC236}">
                <a16:creationId xmlns:a16="http://schemas.microsoft.com/office/drawing/2014/main" id="{7FC6D7C5-47EB-4641-94C1-EBB778DE3D26}"/>
              </a:ext>
            </a:extLst>
          </p:cNvPr>
          <p:cNvSpPr>
            <a:spLocks xmlns:a="http://schemas.openxmlformats.org/drawingml/2006/main" noGrp="1"/>
          </p:cNvSpPr>
          <p:nvPr/>
        </p:nvSpPr>
        <p:spPr>
          <a:xfrm xmlns:a="http://schemas.openxmlformats.org/drawingml/2006/main">
            <a:off x="742950" y="3105150"/>
            <a:ext cx="685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78B82A"/>
                </a:solidFill>
                <a:latin typeface="Arial"/>
                <a:ea typeface="Arial"/>
                <a:cs typeface="Arial"/>
              </a:defRPr>
            </a:defPPr>
            <a:lvl1pPr algn="l">
              <a:defRPr sz="3000" b="1">
                <a:solidFill>
                  <a:srgbClr val="78B82A"/>
                </a:solidFill>
                <a:latin typeface="Arial"/>
                <a:ea typeface="Arial"/>
                <a:cs typeface="Arial"/>
              </a:defRPr>
            </a:lvl1pPr>
            <a:lvl2pPr algn="l">
              <a:defRPr sz="3000" b="1">
                <a:solidFill>
                  <a:srgbClr val="78B82A"/>
                </a:solidFill>
                <a:latin typeface="Arial"/>
                <a:ea typeface="Arial"/>
                <a:cs typeface="Arial"/>
              </a:defRPr>
            </a:lvl2pPr>
            <a:lvl3pPr algn="l">
              <a:defRPr sz="3000" b="1">
                <a:solidFill>
                  <a:srgbClr val="78B82A"/>
                </a:solidFill>
                <a:latin typeface="Arial"/>
                <a:ea typeface="Arial"/>
                <a:cs typeface="Arial"/>
              </a:defRPr>
            </a:lvl3pPr>
            <a:lvl4pPr algn="l">
              <a:defRPr sz="3000" b="1">
                <a:solidFill>
                  <a:srgbClr val="78B82A"/>
                </a:solidFill>
                <a:latin typeface="Arial"/>
                <a:ea typeface="Arial"/>
                <a:cs typeface="Arial"/>
              </a:defRPr>
            </a:lvl4pPr>
            <a:lvl5pPr algn="l">
              <a:defRPr sz="3000" b="1">
                <a:solidFill>
                  <a:srgbClr val="78B82A"/>
                </a:solidFill>
                <a:latin typeface="Arial"/>
                <a:ea typeface="Arial"/>
                <a:cs typeface="Arial"/>
              </a:defRPr>
            </a:lvl5pPr>
            <a:lvl6pPr algn="l">
              <a:defRPr sz="3000" b="1">
                <a:solidFill>
                  <a:srgbClr val="78B82A"/>
                </a:solidFill>
                <a:latin typeface="Arial"/>
                <a:ea typeface="Arial"/>
                <a:cs typeface="Arial"/>
              </a:defRPr>
            </a:lvl6pPr>
            <a:lvl7pPr algn="l">
              <a:defRPr sz="3000" b="1">
                <a:solidFill>
                  <a:srgbClr val="78B82A"/>
                </a:solidFill>
                <a:latin typeface="Arial"/>
                <a:ea typeface="Arial"/>
                <a:cs typeface="Arial"/>
              </a:defRPr>
            </a:lvl7pPr>
            <a:lvl8pPr algn="l">
              <a:defRPr sz="3000" b="1">
                <a:solidFill>
                  <a:srgbClr val="78B82A"/>
                </a:solidFill>
                <a:latin typeface="Arial"/>
                <a:ea typeface="Arial"/>
                <a:cs typeface="Arial"/>
              </a:defRPr>
            </a:lvl8pPr>
            <a:lvl9pPr algn="l">
              <a:defRPr sz="3000" b="1">
                <a:solidFill>
                  <a:srgbClr val="78B82A"/>
                </a:solidFill>
                <a:latin typeface="Arial"/>
                <a:ea typeface="Arial"/>
                <a:cs typeface="Arial"/>
              </a:defRPr>
            </a:lvl9pPr>
          </a:lstStyle>
          <a:p xmlns:a="http://schemas.openxmlformats.org/drawingml/2006/main">
            <a:pPr algn="l">
              <a:defRPr sz="3000" b="1">
                <a:solidFill>
                  <a:srgbClr val="78B82A"/>
                </a:solidFill>
                <a:latin typeface="Arial"/>
                <a:ea typeface="Arial"/>
                <a:cs typeface="Arial"/>
              </a:defRPr>
            </a:pPr>
            <a:r>
              <a:rPr sz="3000" b="1">
                <a:solidFill>
                  <a:srgbClr val="78B82A"/>
                </a:solidFill>
                <a:latin typeface="Arial"/>
                <a:ea typeface="Arial"/>
                <a:cs typeface="Arial"/>
              </a:rPr>
              <a:t>2</a:t>
            </a:r>
          </a:p>
        </p:txBody>
      </p:sp>
      <p:sp>
        <p:nvSpPr>
          <p:cNvPr id="9" name="editable-text">
            <a:extLst xmlns:a="http://schemas.openxmlformats.org/drawingml/2006/main">
              <a:ext uri="{FF2B5EF4-FFF2-40B4-BE49-F238E27FC236}">
                <a16:creationId xmlns:a16="http://schemas.microsoft.com/office/drawing/2014/main" id="{E674CE9A-E42B-4CFF-AA05-A5E28199EE47}"/>
              </a:ext>
            </a:extLst>
          </p:cNvPr>
          <p:cNvSpPr>
            <a:spLocks xmlns:a="http://schemas.openxmlformats.org/drawingml/2006/main" noGrp="1"/>
          </p:cNvSpPr>
          <p:nvPr/>
        </p:nvSpPr>
        <p:spPr>
          <a:xfrm xmlns:a="http://schemas.openxmlformats.org/drawingml/2006/main">
            <a:off x="1476375" y="31051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42710D"/>
                </a:solidFill>
                <a:latin typeface="Arial"/>
                <a:ea typeface="Arial"/>
                <a:cs typeface="Arial"/>
              </a:defRPr>
            </a:defPPr>
            <a:lvl1pPr algn="l">
              <a:defRPr sz="2250" b="1">
                <a:solidFill>
                  <a:srgbClr val="42710D"/>
                </a:solidFill>
                <a:latin typeface="Arial"/>
                <a:ea typeface="Arial"/>
                <a:cs typeface="Arial"/>
              </a:defRPr>
            </a:lvl1pPr>
            <a:lvl2pPr algn="l">
              <a:defRPr sz="2250" b="1">
                <a:solidFill>
                  <a:srgbClr val="42710D"/>
                </a:solidFill>
                <a:latin typeface="Arial"/>
                <a:ea typeface="Arial"/>
                <a:cs typeface="Arial"/>
              </a:defRPr>
            </a:lvl2pPr>
            <a:lvl3pPr algn="l">
              <a:defRPr sz="2250" b="1">
                <a:solidFill>
                  <a:srgbClr val="42710D"/>
                </a:solidFill>
                <a:latin typeface="Arial"/>
                <a:ea typeface="Arial"/>
                <a:cs typeface="Arial"/>
              </a:defRPr>
            </a:lvl3pPr>
            <a:lvl4pPr algn="l">
              <a:defRPr sz="2250" b="1">
                <a:solidFill>
                  <a:srgbClr val="42710D"/>
                </a:solidFill>
                <a:latin typeface="Arial"/>
                <a:ea typeface="Arial"/>
                <a:cs typeface="Arial"/>
              </a:defRPr>
            </a:lvl4pPr>
            <a:lvl5pPr algn="l">
              <a:defRPr sz="2250" b="1">
                <a:solidFill>
                  <a:srgbClr val="42710D"/>
                </a:solidFill>
                <a:latin typeface="Arial"/>
                <a:ea typeface="Arial"/>
                <a:cs typeface="Arial"/>
              </a:defRPr>
            </a:lvl5pPr>
            <a:lvl6pPr algn="l">
              <a:defRPr sz="2250" b="1">
                <a:solidFill>
                  <a:srgbClr val="42710D"/>
                </a:solidFill>
                <a:latin typeface="Arial"/>
                <a:ea typeface="Arial"/>
                <a:cs typeface="Arial"/>
              </a:defRPr>
            </a:lvl6pPr>
            <a:lvl7pPr algn="l">
              <a:defRPr sz="2250" b="1">
                <a:solidFill>
                  <a:srgbClr val="42710D"/>
                </a:solidFill>
                <a:latin typeface="Arial"/>
                <a:ea typeface="Arial"/>
                <a:cs typeface="Arial"/>
              </a:defRPr>
            </a:lvl7pPr>
            <a:lvl8pPr algn="l">
              <a:defRPr sz="2250" b="1">
                <a:solidFill>
                  <a:srgbClr val="42710D"/>
                </a:solidFill>
                <a:latin typeface="Arial"/>
                <a:ea typeface="Arial"/>
                <a:cs typeface="Arial"/>
              </a:defRPr>
            </a:lvl8pPr>
            <a:lvl9pPr algn="l">
              <a:defRPr sz="2250" b="1">
                <a:solidFill>
                  <a:srgbClr val="42710D"/>
                </a:solidFill>
                <a:latin typeface="Arial"/>
                <a:ea typeface="Arial"/>
                <a:cs typeface="Arial"/>
              </a:defRPr>
            </a:lvl9pPr>
          </a:lstStyle>
          <a:p xmlns:a="http://schemas.openxmlformats.org/drawingml/2006/main">
            <a:pPr algn="l">
              <a:defRPr sz="2250" b="1">
                <a:solidFill>
                  <a:srgbClr val="42710D"/>
                </a:solidFill>
                <a:latin typeface="Arial"/>
                <a:ea typeface="Arial"/>
                <a:cs typeface="Arial"/>
              </a:defRPr>
            </a:pPr>
            <a:r>
              <a:rPr sz="2250" b="1">
                <a:solidFill>
                  <a:srgbClr val="42710D"/>
                </a:solidFill>
                <a:latin typeface="Arial"/>
                <a:ea typeface="Arial"/>
                <a:cs typeface="Arial"/>
              </a:rPr>
              <a:t>/ultracode on</a:t>
            </a:r>
          </a:p>
        </p:txBody>
      </p:sp>
      <p:sp>
        <p:nvSpPr>
          <p:cNvPr id="10" name="editable-text">
            <a:extLst xmlns:a="http://schemas.openxmlformats.org/drawingml/2006/main">
              <a:ext uri="{FF2B5EF4-FFF2-40B4-BE49-F238E27FC236}">
                <a16:creationId xmlns:a16="http://schemas.microsoft.com/office/drawing/2014/main" id="{8C639221-2B48-4930-A427-7C8B8A3715CD}"/>
              </a:ext>
            </a:extLst>
          </p:cNvPr>
          <p:cNvSpPr>
            <a:spLocks xmlns:a="http://schemas.openxmlformats.org/drawingml/2006/main" noGrp="1"/>
          </p:cNvSpPr>
          <p:nvPr/>
        </p:nvSpPr>
        <p:spPr>
          <a:xfrm xmlns:a="http://schemas.openxmlformats.org/drawingml/2006/main">
            <a:off x="4572000" y="3105150"/>
            <a:ext cx="6429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172317"/>
                </a:solidFill>
                <a:latin typeface="Arial"/>
                <a:ea typeface="Arial"/>
                <a:cs typeface="Arial"/>
              </a:defRPr>
            </a:defPPr>
            <a:lvl1pPr algn="l">
              <a:defRPr sz="1875" b="0">
                <a:solidFill>
                  <a:srgbClr val="172317"/>
                </a:solidFill>
                <a:latin typeface="Arial"/>
                <a:ea typeface="Arial"/>
                <a:cs typeface="Arial"/>
              </a:defRPr>
            </a:lvl1pPr>
            <a:lvl2pPr algn="l">
              <a:defRPr sz="1875" b="0">
                <a:solidFill>
                  <a:srgbClr val="172317"/>
                </a:solidFill>
                <a:latin typeface="Arial"/>
                <a:ea typeface="Arial"/>
                <a:cs typeface="Arial"/>
              </a:defRPr>
            </a:lvl2pPr>
            <a:lvl3pPr algn="l">
              <a:defRPr sz="1875" b="0">
                <a:solidFill>
                  <a:srgbClr val="172317"/>
                </a:solidFill>
                <a:latin typeface="Arial"/>
                <a:ea typeface="Arial"/>
                <a:cs typeface="Arial"/>
              </a:defRPr>
            </a:lvl3pPr>
            <a:lvl4pPr algn="l">
              <a:defRPr sz="1875" b="0">
                <a:solidFill>
                  <a:srgbClr val="172317"/>
                </a:solidFill>
                <a:latin typeface="Arial"/>
                <a:ea typeface="Arial"/>
                <a:cs typeface="Arial"/>
              </a:defRPr>
            </a:lvl4pPr>
            <a:lvl5pPr algn="l">
              <a:defRPr sz="1875" b="0">
                <a:solidFill>
                  <a:srgbClr val="172317"/>
                </a:solidFill>
                <a:latin typeface="Arial"/>
                <a:ea typeface="Arial"/>
                <a:cs typeface="Arial"/>
              </a:defRPr>
            </a:lvl5pPr>
            <a:lvl6pPr algn="l">
              <a:defRPr sz="1875" b="0">
                <a:solidFill>
                  <a:srgbClr val="172317"/>
                </a:solidFill>
                <a:latin typeface="Arial"/>
                <a:ea typeface="Arial"/>
                <a:cs typeface="Arial"/>
              </a:defRPr>
            </a:lvl6pPr>
            <a:lvl7pPr algn="l">
              <a:defRPr sz="1875" b="0">
                <a:solidFill>
                  <a:srgbClr val="172317"/>
                </a:solidFill>
                <a:latin typeface="Arial"/>
                <a:ea typeface="Arial"/>
                <a:cs typeface="Arial"/>
              </a:defRPr>
            </a:lvl7pPr>
            <a:lvl8pPr algn="l">
              <a:defRPr sz="1875" b="0">
                <a:solidFill>
                  <a:srgbClr val="172317"/>
                </a:solidFill>
                <a:latin typeface="Arial"/>
                <a:ea typeface="Arial"/>
                <a:cs typeface="Arial"/>
              </a:defRPr>
            </a:lvl8pPr>
            <a:lvl9pPr algn="l">
              <a:defRPr sz="1875" b="0">
                <a:solidFill>
                  <a:srgbClr val="172317"/>
                </a:solidFill>
                <a:latin typeface="Arial"/>
                <a:ea typeface="Arial"/>
                <a:cs typeface="Arial"/>
              </a:defRPr>
            </a:lvl9pPr>
          </a:lstStyle>
          <a:p xmlns:a="http://schemas.openxmlformats.org/drawingml/2006/main">
            <a:pPr algn="l">
              <a:defRPr sz="1875" b="0">
                <a:solidFill>
                  <a:srgbClr val="172317"/>
                </a:solidFill>
                <a:latin typeface="Arial"/>
                <a:ea typeface="Arial"/>
                <a:cs typeface="Arial"/>
              </a:defRPr>
            </a:pPr>
            <a:r>
              <a:rPr sz="1875" b="0">
                <a:solidFill>
                  <a:srgbClr val="172317"/>
                </a:solidFill>
                <a:latin typeface="Arial"/>
                <a:ea typeface="Arial"/>
                <a:cs typeface="Arial"/>
              </a:rPr>
              <a:t>Kod işinde çok aşamalı akışı açın.</a:t>
            </a:r>
          </a:p>
        </p:txBody>
      </p:sp>
      <p:sp>
        <p:nvSpPr>
          <p:cNvPr id="11" name="editable-text">
            <a:extLst xmlns:a="http://schemas.openxmlformats.org/drawingml/2006/main">
              <a:ext uri="{FF2B5EF4-FFF2-40B4-BE49-F238E27FC236}">
                <a16:creationId xmlns:a16="http://schemas.microsoft.com/office/drawing/2014/main" id="{D2426F44-74C6-4619-A077-C6AAD08ACC70}"/>
              </a:ext>
            </a:extLst>
          </p:cNvPr>
          <p:cNvSpPr>
            <a:spLocks xmlns:a="http://schemas.openxmlformats.org/drawingml/2006/main" noGrp="1"/>
          </p:cNvSpPr>
          <p:nvPr/>
        </p:nvSpPr>
        <p:spPr>
          <a:xfrm xmlns:a="http://schemas.openxmlformats.org/drawingml/2006/main">
            <a:off x="742950" y="4057650"/>
            <a:ext cx="685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78B82A"/>
                </a:solidFill>
                <a:latin typeface="Arial"/>
                <a:ea typeface="Arial"/>
                <a:cs typeface="Arial"/>
              </a:defRPr>
            </a:defPPr>
            <a:lvl1pPr algn="l">
              <a:defRPr sz="3000" b="1">
                <a:solidFill>
                  <a:srgbClr val="78B82A"/>
                </a:solidFill>
                <a:latin typeface="Arial"/>
                <a:ea typeface="Arial"/>
                <a:cs typeface="Arial"/>
              </a:defRPr>
            </a:lvl1pPr>
            <a:lvl2pPr algn="l">
              <a:defRPr sz="3000" b="1">
                <a:solidFill>
                  <a:srgbClr val="78B82A"/>
                </a:solidFill>
                <a:latin typeface="Arial"/>
                <a:ea typeface="Arial"/>
                <a:cs typeface="Arial"/>
              </a:defRPr>
            </a:lvl2pPr>
            <a:lvl3pPr algn="l">
              <a:defRPr sz="3000" b="1">
                <a:solidFill>
                  <a:srgbClr val="78B82A"/>
                </a:solidFill>
                <a:latin typeface="Arial"/>
                <a:ea typeface="Arial"/>
                <a:cs typeface="Arial"/>
              </a:defRPr>
            </a:lvl3pPr>
            <a:lvl4pPr algn="l">
              <a:defRPr sz="3000" b="1">
                <a:solidFill>
                  <a:srgbClr val="78B82A"/>
                </a:solidFill>
                <a:latin typeface="Arial"/>
                <a:ea typeface="Arial"/>
                <a:cs typeface="Arial"/>
              </a:defRPr>
            </a:lvl4pPr>
            <a:lvl5pPr algn="l">
              <a:defRPr sz="3000" b="1">
                <a:solidFill>
                  <a:srgbClr val="78B82A"/>
                </a:solidFill>
                <a:latin typeface="Arial"/>
                <a:ea typeface="Arial"/>
                <a:cs typeface="Arial"/>
              </a:defRPr>
            </a:lvl5pPr>
            <a:lvl6pPr algn="l">
              <a:defRPr sz="3000" b="1">
                <a:solidFill>
                  <a:srgbClr val="78B82A"/>
                </a:solidFill>
                <a:latin typeface="Arial"/>
                <a:ea typeface="Arial"/>
                <a:cs typeface="Arial"/>
              </a:defRPr>
            </a:lvl6pPr>
            <a:lvl7pPr algn="l">
              <a:defRPr sz="3000" b="1">
                <a:solidFill>
                  <a:srgbClr val="78B82A"/>
                </a:solidFill>
                <a:latin typeface="Arial"/>
                <a:ea typeface="Arial"/>
                <a:cs typeface="Arial"/>
              </a:defRPr>
            </a:lvl7pPr>
            <a:lvl8pPr algn="l">
              <a:defRPr sz="3000" b="1">
                <a:solidFill>
                  <a:srgbClr val="78B82A"/>
                </a:solidFill>
                <a:latin typeface="Arial"/>
                <a:ea typeface="Arial"/>
                <a:cs typeface="Arial"/>
              </a:defRPr>
            </a:lvl8pPr>
            <a:lvl9pPr algn="l">
              <a:defRPr sz="3000" b="1">
                <a:solidFill>
                  <a:srgbClr val="78B82A"/>
                </a:solidFill>
                <a:latin typeface="Arial"/>
                <a:ea typeface="Arial"/>
                <a:cs typeface="Arial"/>
              </a:defRPr>
            </a:lvl9pPr>
          </a:lstStyle>
          <a:p xmlns:a="http://schemas.openxmlformats.org/drawingml/2006/main">
            <a:pPr algn="l">
              <a:defRPr sz="3000" b="1">
                <a:solidFill>
                  <a:srgbClr val="78B82A"/>
                </a:solidFill>
                <a:latin typeface="Arial"/>
                <a:ea typeface="Arial"/>
                <a:cs typeface="Arial"/>
              </a:defRPr>
            </a:pPr>
            <a:r>
              <a:rPr sz="3000" b="1">
                <a:solidFill>
                  <a:srgbClr val="78B82A"/>
                </a:solidFill>
                <a:latin typeface="Arial"/>
                <a:ea typeface="Arial"/>
                <a:cs typeface="Arial"/>
              </a:rPr>
              <a:t>3</a:t>
            </a:r>
          </a:p>
        </p:txBody>
      </p:sp>
      <p:sp>
        <p:nvSpPr>
          <p:cNvPr id="12" name="editable-text">
            <a:extLst xmlns:a="http://schemas.openxmlformats.org/drawingml/2006/main">
              <a:ext uri="{FF2B5EF4-FFF2-40B4-BE49-F238E27FC236}">
                <a16:creationId xmlns:a16="http://schemas.microsoft.com/office/drawing/2014/main" id="{9D7BB7AA-4906-4DD2-AFEF-5A59B611D7DB}"/>
              </a:ext>
            </a:extLst>
          </p:cNvPr>
          <p:cNvSpPr>
            <a:spLocks xmlns:a="http://schemas.openxmlformats.org/drawingml/2006/main" noGrp="1"/>
          </p:cNvSpPr>
          <p:nvPr/>
        </p:nvSpPr>
        <p:spPr>
          <a:xfrm xmlns:a="http://schemas.openxmlformats.org/drawingml/2006/main">
            <a:off x="1476375" y="4057650"/>
            <a:ext cx="2238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42710D"/>
                </a:solidFill>
                <a:latin typeface="Arial"/>
                <a:ea typeface="Arial"/>
                <a:cs typeface="Arial"/>
              </a:defRPr>
            </a:defPPr>
            <a:lvl1pPr algn="l">
              <a:defRPr sz="2250" b="1">
                <a:solidFill>
                  <a:srgbClr val="42710D"/>
                </a:solidFill>
                <a:latin typeface="Arial"/>
                <a:ea typeface="Arial"/>
                <a:cs typeface="Arial"/>
              </a:defRPr>
            </a:lvl1pPr>
            <a:lvl2pPr algn="l">
              <a:defRPr sz="2250" b="1">
                <a:solidFill>
                  <a:srgbClr val="42710D"/>
                </a:solidFill>
                <a:latin typeface="Arial"/>
                <a:ea typeface="Arial"/>
                <a:cs typeface="Arial"/>
              </a:defRPr>
            </a:lvl2pPr>
            <a:lvl3pPr algn="l">
              <a:defRPr sz="2250" b="1">
                <a:solidFill>
                  <a:srgbClr val="42710D"/>
                </a:solidFill>
                <a:latin typeface="Arial"/>
                <a:ea typeface="Arial"/>
                <a:cs typeface="Arial"/>
              </a:defRPr>
            </a:lvl3pPr>
            <a:lvl4pPr algn="l">
              <a:defRPr sz="2250" b="1">
                <a:solidFill>
                  <a:srgbClr val="42710D"/>
                </a:solidFill>
                <a:latin typeface="Arial"/>
                <a:ea typeface="Arial"/>
                <a:cs typeface="Arial"/>
              </a:defRPr>
            </a:lvl4pPr>
            <a:lvl5pPr algn="l">
              <a:defRPr sz="2250" b="1">
                <a:solidFill>
                  <a:srgbClr val="42710D"/>
                </a:solidFill>
                <a:latin typeface="Arial"/>
                <a:ea typeface="Arial"/>
                <a:cs typeface="Arial"/>
              </a:defRPr>
            </a:lvl5pPr>
            <a:lvl6pPr algn="l">
              <a:defRPr sz="2250" b="1">
                <a:solidFill>
                  <a:srgbClr val="42710D"/>
                </a:solidFill>
                <a:latin typeface="Arial"/>
                <a:ea typeface="Arial"/>
                <a:cs typeface="Arial"/>
              </a:defRPr>
            </a:lvl6pPr>
            <a:lvl7pPr algn="l">
              <a:defRPr sz="2250" b="1">
                <a:solidFill>
                  <a:srgbClr val="42710D"/>
                </a:solidFill>
                <a:latin typeface="Arial"/>
                <a:ea typeface="Arial"/>
                <a:cs typeface="Arial"/>
              </a:defRPr>
            </a:lvl7pPr>
            <a:lvl8pPr algn="l">
              <a:defRPr sz="2250" b="1">
                <a:solidFill>
                  <a:srgbClr val="42710D"/>
                </a:solidFill>
                <a:latin typeface="Arial"/>
                <a:ea typeface="Arial"/>
                <a:cs typeface="Arial"/>
              </a:defRPr>
            </a:lvl8pPr>
            <a:lvl9pPr algn="l">
              <a:defRPr sz="2250" b="1">
                <a:solidFill>
                  <a:srgbClr val="42710D"/>
                </a:solidFill>
                <a:latin typeface="Arial"/>
                <a:ea typeface="Arial"/>
                <a:cs typeface="Arial"/>
              </a:defRPr>
            </a:lvl9pPr>
          </a:lstStyle>
          <a:p xmlns:a="http://schemas.openxmlformats.org/drawingml/2006/main">
            <a:pPr algn="l">
              <a:defRPr sz="2250" b="1">
                <a:solidFill>
                  <a:srgbClr val="42710D"/>
                </a:solidFill>
                <a:latin typeface="Arial"/>
                <a:ea typeface="Arial"/>
                <a:cs typeface="Arial"/>
              </a:defRPr>
            </a:pPr>
            <a:r>
              <a:rPr sz="2250" b="1">
                <a:solidFill>
                  <a:srgbClr val="42710D"/>
                </a:solidFill>
                <a:latin typeface="Arial"/>
                <a:ea typeface="Arial"/>
                <a:cs typeface="Arial"/>
              </a:rPr>
              <a:t>/mcp</a:t>
            </a:r>
          </a:p>
        </p:txBody>
      </p:sp>
      <p:sp>
        <p:nvSpPr>
          <p:cNvPr id="13" name="editable-text">
            <a:extLst xmlns:a="http://schemas.openxmlformats.org/drawingml/2006/main">
              <a:ext uri="{FF2B5EF4-FFF2-40B4-BE49-F238E27FC236}">
                <a16:creationId xmlns:a16="http://schemas.microsoft.com/office/drawing/2014/main" id="{E32868B2-B5C7-4F21-9212-0CB6AEAC525D}"/>
              </a:ext>
            </a:extLst>
          </p:cNvPr>
          <p:cNvSpPr>
            <a:spLocks xmlns:a="http://schemas.openxmlformats.org/drawingml/2006/main" noGrp="1"/>
          </p:cNvSpPr>
          <p:nvPr/>
        </p:nvSpPr>
        <p:spPr>
          <a:xfrm xmlns:a="http://schemas.openxmlformats.org/drawingml/2006/main">
            <a:off x="3905250" y="4057650"/>
            <a:ext cx="709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172317"/>
                </a:solidFill>
                <a:latin typeface="Arial"/>
                <a:ea typeface="Arial"/>
                <a:cs typeface="Arial"/>
              </a:defRPr>
            </a:defPPr>
            <a:lvl1pPr algn="l">
              <a:defRPr sz="1875" b="0">
                <a:solidFill>
                  <a:srgbClr val="172317"/>
                </a:solidFill>
                <a:latin typeface="Arial"/>
                <a:ea typeface="Arial"/>
                <a:cs typeface="Arial"/>
              </a:defRPr>
            </a:lvl1pPr>
            <a:lvl2pPr algn="l">
              <a:defRPr sz="1875" b="0">
                <a:solidFill>
                  <a:srgbClr val="172317"/>
                </a:solidFill>
                <a:latin typeface="Arial"/>
                <a:ea typeface="Arial"/>
                <a:cs typeface="Arial"/>
              </a:defRPr>
            </a:lvl2pPr>
            <a:lvl3pPr algn="l">
              <a:defRPr sz="1875" b="0">
                <a:solidFill>
                  <a:srgbClr val="172317"/>
                </a:solidFill>
                <a:latin typeface="Arial"/>
                <a:ea typeface="Arial"/>
                <a:cs typeface="Arial"/>
              </a:defRPr>
            </a:lvl3pPr>
            <a:lvl4pPr algn="l">
              <a:defRPr sz="1875" b="0">
                <a:solidFill>
                  <a:srgbClr val="172317"/>
                </a:solidFill>
                <a:latin typeface="Arial"/>
                <a:ea typeface="Arial"/>
                <a:cs typeface="Arial"/>
              </a:defRPr>
            </a:lvl4pPr>
            <a:lvl5pPr algn="l">
              <a:defRPr sz="1875" b="0">
                <a:solidFill>
                  <a:srgbClr val="172317"/>
                </a:solidFill>
                <a:latin typeface="Arial"/>
                <a:ea typeface="Arial"/>
                <a:cs typeface="Arial"/>
              </a:defRPr>
            </a:lvl5pPr>
            <a:lvl6pPr algn="l">
              <a:defRPr sz="1875" b="0">
                <a:solidFill>
                  <a:srgbClr val="172317"/>
                </a:solidFill>
                <a:latin typeface="Arial"/>
                <a:ea typeface="Arial"/>
                <a:cs typeface="Arial"/>
              </a:defRPr>
            </a:lvl6pPr>
            <a:lvl7pPr algn="l">
              <a:defRPr sz="1875" b="0">
                <a:solidFill>
                  <a:srgbClr val="172317"/>
                </a:solidFill>
                <a:latin typeface="Arial"/>
                <a:ea typeface="Arial"/>
                <a:cs typeface="Arial"/>
              </a:defRPr>
            </a:lvl7pPr>
            <a:lvl8pPr algn="l">
              <a:defRPr sz="1875" b="0">
                <a:solidFill>
                  <a:srgbClr val="172317"/>
                </a:solidFill>
                <a:latin typeface="Arial"/>
                <a:ea typeface="Arial"/>
                <a:cs typeface="Arial"/>
              </a:defRPr>
            </a:lvl8pPr>
            <a:lvl9pPr algn="l">
              <a:defRPr sz="1875" b="0">
                <a:solidFill>
                  <a:srgbClr val="172317"/>
                </a:solidFill>
                <a:latin typeface="Arial"/>
                <a:ea typeface="Arial"/>
                <a:cs typeface="Arial"/>
              </a:defRPr>
            </a:lvl9pPr>
          </a:lstStyle>
          <a:p xmlns:a="http://schemas.openxmlformats.org/drawingml/2006/main">
            <a:pPr algn="l">
              <a:defRPr sz="1875" b="0">
                <a:solidFill>
                  <a:srgbClr val="172317"/>
                </a:solidFill>
                <a:latin typeface="Arial"/>
                <a:ea typeface="Arial"/>
                <a:cs typeface="Arial"/>
              </a:defRPr>
            </a:pPr>
            <a:r>
              <a:rPr sz="1875" b="0">
                <a:solidFill>
                  <a:srgbClr val="172317"/>
                </a:solidFill>
                <a:latin typeface="Arial"/>
                <a:ea typeface="Arial"/>
                <a:cs typeface="Arial"/>
              </a:rPr>
              <a:t>Hesap bağlantılarını ve araçları yönetin.</a:t>
            </a:r>
          </a:p>
        </p:txBody>
      </p:sp>
      <p:sp>
        <p:nvSpPr>
          <p:cNvPr id="14" name="background-or-rule">
            <a:extLst xmlns:a="http://schemas.openxmlformats.org/drawingml/2006/main">
              <a:ext uri="{FF2B5EF4-FFF2-40B4-BE49-F238E27FC236}">
                <a16:creationId xmlns:a16="http://schemas.microsoft.com/office/drawing/2014/main" id="{6D0AF682-B7B2-4C44-85FD-F433D4EBFF1E}"/>
              </a:ext>
            </a:extLst>
          </p:cNvPr>
          <p:cNvSpPr>
            <a:spLocks xmlns:a="http://schemas.openxmlformats.org/drawingml/2006/main" noGrp="1"/>
          </p:cNvSpPr>
          <p:nvPr/>
        </p:nvSpPr>
        <p:spPr>
          <a:xfrm xmlns:a="http://schemas.openxmlformats.org/drawingml/2006/main">
            <a:off x="742950" y="5219700"/>
            <a:ext cx="38100" cy="695325"/>
          </a:xfrm>
          <a:prstGeom xmlns:a="http://schemas.openxmlformats.org/drawingml/2006/main" prst="rect">
            <a:avLst/>
          </a:prstGeom>
          <a:solidFill xmlns:a="http://schemas.openxmlformats.org/drawingml/2006/main">
            <a:srgbClr val="78B82A"/>
          </a:solidFill>
          <a:ln xmlns:a="http://schemas.openxmlformats.org/drawingml/2006/main" w="0">
            <a:noFill/>
            <a:prstDash val="solid"/>
          </a:ln>
        </p:spPr>
      </p:sp>
      <p:sp>
        <p:nvSpPr>
          <p:cNvPr id="15" name="editable-text">
            <a:extLst xmlns:a="http://schemas.openxmlformats.org/drawingml/2006/main">
              <a:ext uri="{FF2B5EF4-FFF2-40B4-BE49-F238E27FC236}">
                <a16:creationId xmlns:a16="http://schemas.microsoft.com/office/drawing/2014/main" id="{92E06513-7B91-4486-8395-84D7AB026011}"/>
              </a:ext>
            </a:extLst>
          </p:cNvPr>
          <p:cNvSpPr>
            <a:spLocks xmlns:a="http://schemas.openxmlformats.org/drawingml/2006/main" noGrp="1"/>
          </p:cNvSpPr>
          <p:nvPr/>
        </p:nvSpPr>
        <p:spPr>
          <a:xfrm xmlns:a="http://schemas.openxmlformats.org/drawingml/2006/main">
            <a:off x="962025" y="5238750"/>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526454"/>
                </a:solidFill>
                <a:latin typeface="Arial"/>
                <a:ea typeface="Arial"/>
                <a:cs typeface="Arial"/>
              </a:defRPr>
            </a:defPPr>
            <a:lvl1pPr algn="l">
              <a:defRPr sz="1725" b="0">
                <a:solidFill>
                  <a:srgbClr val="526454"/>
                </a:solidFill>
                <a:latin typeface="Arial"/>
                <a:ea typeface="Arial"/>
                <a:cs typeface="Arial"/>
              </a:defRPr>
            </a:lvl1pPr>
            <a:lvl2pPr algn="l">
              <a:defRPr sz="1725" b="0">
                <a:solidFill>
                  <a:srgbClr val="526454"/>
                </a:solidFill>
                <a:latin typeface="Arial"/>
                <a:ea typeface="Arial"/>
                <a:cs typeface="Arial"/>
              </a:defRPr>
            </a:lvl2pPr>
            <a:lvl3pPr algn="l">
              <a:defRPr sz="1725" b="0">
                <a:solidFill>
                  <a:srgbClr val="526454"/>
                </a:solidFill>
                <a:latin typeface="Arial"/>
                <a:ea typeface="Arial"/>
                <a:cs typeface="Arial"/>
              </a:defRPr>
            </a:lvl3pPr>
            <a:lvl4pPr algn="l">
              <a:defRPr sz="1725" b="0">
                <a:solidFill>
                  <a:srgbClr val="526454"/>
                </a:solidFill>
                <a:latin typeface="Arial"/>
                <a:ea typeface="Arial"/>
                <a:cs typeface="Arial"/>
              </a:defRPr>
            </a:lvl4pPr>
            <a:lvl5pPr algn="l">
              <a:defRPr sz="1725" b="0">
                <a:solidFill>
                  <a:srgbClr val="526454"/>
                </a:solidFill>
                <a:latin typeface="Arial"/>
                <a:ea typeface="Arial"/>
                <a:cs typeface="Arial"/>
              </a:defRPr>
            </a:lvl5pPr>
            <a:lvl6pPr algn="l">
              <a:defRPr sz="1725" b="0">
                <a:solidFill>
                  <a:srgbClr val="526454"/>
                </a:solidFill>
                <a:latin typeface="Arial"/>
                <a:ea typeface="Arial"/>
                <a:cs typeface="Arial"/>
              </a:defRPr>
            </a:lvl6pPr>
            <a:lvl7pPr algn="l">
              <a:defRPr sz="1725" b="0">
                <a:solidFill>
                  <a:srgbClr val="526454"/>
                </a:solidFill>
                <a:latin typeface="Arial"/>
                <a:ea typeface="Arial"/>
                <a:cs typeface="Arial"/>
              </a:defRPr>
            </a:lvl7pPr>
            <a:lvl8pPr algn="l">
              <a:defRPr sz="1725" b="0">
                <a:solidFill>
                  <a:srgbClr val="526454"/>
                </a:solidFill>
                <a:latin typeface="Arial"/>
                <a:ea typeface="Arial"/>
                <a:cs typeface="Arial"/>
              </a:defRPr>
            </a:lvl8pPr>
            <a:lvl9pPr algn="l">
              <a:defRPr sz="1725" b="0">
                <a:solidFill>
                  <a:srgbClr val="526454"/>
                </a:solidFill>
                <a:latin typeface="Arial"/>
                <a:ea typeface="Arial"/>
                <a:cs typeface="Arial"/>
              </a:defRPr>
            </a:lvl9pPr>
          </a:lstStyle>
          <a:p xmlns:a="http://schemas.openxmlformats.org/drawingml/2006/main">
            <a:pPr algn="l">
              <a:defRPr sz="1725" b="0">
                <a:solidFill>
                  <a:srgbClr val="526454"/>
                </a:solidFill>
                <a:latin typeface="Arial"/>
                <a:ea typeface="Arial"/>
                <a:cs typeface="Arial"/>
              </a:defRPr>
            </a:pPr>
            <a:r>
              <a:rPr sz="1725" b="0">
                <a:solidFill>
                  <a:srgbClr val="526454"/>
                </a:solidFill>
                <a:latin typeface="Arial"/>
                <a:ea typeface="Arial"/>
                <a:cs typeface="Arial"/>
              </a:rPr>
              <a:t>Bağlantı, model erişimi ve yazma yetkileri seçilen hesap ve token kapsamına bağlıdır.</a:t>
            </a:r>
          </a:p>
        </p:txBody>
      </p:sp>
    </p:spTree>
    <p:extLst>
      <p:ext uri="{BB962C8B-B14F-4D97-AF65-F5344CB8AC3E}">
        <p14:creationId xmlns:p14="http://schemas.microsoft.com/office/powerpoint/2010/main" val="20455668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2026-10-27T02:04:06.9470000Z</dcterms:created>
  <dcterms:modified xsi:type="dcterms:W3CDTF">2026-10-27T02:04:06.9470000Z</dcterms:modified>
</coreProperties>
</file>