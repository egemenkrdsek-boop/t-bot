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8f134a0ece4b4d" /><Relationship Type="http://schemas.openxmlformats.org/officeDocument/2006/relationships/extended-properties" Target="/docProps/app.xml" Id="R8c5cd86ec63d4935" /><Relationship Type="http://schemas.openxmlformats.org/officeDocument/2006/relationships/officeDocument" Target="/ppt/presentation.xml" Id="R24b74e7d49a947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c21fe87ba24166"/>
  </p:sldMasterIdLst>
  <p:notesMasterIdLst>
    <p:notesMasterId xmlns:r="http://schemas.openxmlformats.org/officeDocument/2006/relationships" r:id="R96900f801e5c4f21"/>
  </p:notesMasterIdLst>
  <p:sldIdLst>
    <p:sldId xmlns:r="http://schemas.openxmlformats.org/officeDocument/2006/relationships" id="256" r:id="Ra71c2500f85345c0"/>
    <p:sldId xmlns:r="http://schemas.openxmlformats.org/officeDocument/2006/relationships" id="257" r:id="R071f2902eb774e7f"/>
    <p:sldId xmlns:r="http://schemas.openxmlformats.org/officeDocument/2006/relationships" id="258" r:id="Re6206856b6494a49"/>
    <p:sldId xmlns:r="http://schemas.openxmlformats.org/officeDocument/2006/relationships" id="259" r:id="R4ea1a079506640a9"/>
    <p:sldId xmlns:r="http://schemas.openxmlformats.org/officeDocument/2006/relationships" id="260" r:id="R1eb688d5e1de4480"/>
    <p:sldId xmlns:r="http://schemas.openxmlformats.org/officeDocument/2006/relationships" id="261" r:id="Re58ae5a2a8b0463a"/>
    <p:sldId xmlns:r="http://schemas.openxmlformats.org/officeDocument/2006/relationships" id="262" r:id="R9c841e57ca244127"/>
    <p:sldId xmlns:r="http://schemas.openxmlformats.org/officeDocument/2006/relationships" id="263" r:id="Rc00bf65cf3334738"/>
    <p:sldId xmlns:r="http://schemas.openxmlformats.org/officeDocument/2006/relationships" id="264" r:id="R583199b5c0794c0e"/>
    <p:sldId xmlns:r="http://schemas.openxmlformats.org/officeDocument/2006/relationships" id="265" r:id="Raaad39ac6e104bd5"/>
    <p:sldId xmlns:r="http://schemas.openxmlformats.org/officeDocument/2006/relationships" id="266" r:id="R3688dfba2d6945da"/>
    <p:sldId xmlns:r="http://schemas.openxmlformats.org/officeDocument/2006/relationships" id="267" r:id="R0195cf087a614fe5"/>
    <p:sldId xmlns:r="http://schemas.openxmlformats.org/officeDocument/2006/relationships" id="268" r:id="R2d971a0ea02149a6"/>
    <p:sldId xmlns:r="http://schemas.openxmlformats.org/officeDocument/2006/relationships" id="269" r:id="R7c44e0b7304a4b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890ce0ddc34cd8" /><Relationship Type="http://schemas.openxmlformats.org/officeDocument/2006/relationships/slideMaster" Target="/ppt/slideMasters/slideMaster1.xml" Id="Rf4c21fe87ba24166" /><Relationship Type="http://schemas.openxmlformats.org/officeDocument/2006/relationships/notesMaster" Target="/ppt/notesMasters/notesMaster1.xml" Id="R96900f801e5c4f21" /><Relationship Type="http://schemas.openxmlformats.org/officeDocument/2006/relationships/presProps" Target="/ppt/presProps.xml" Id="R9941574dfd404dcc" /><Relationship Type="http://schemas.openxmlformats.org/officeDocument/2006/relationships/tableStyles" Target="/ppt/tableStyles.xml" Id="R56821435d48e4d29" /><Relationship Type="http://schemas.openxmlformats.org/officeDocument/2006/relationships/slide" Target="/ppt/slides/slide1.xml" Id="Ra71c2500f85345c0" /><Relationship Type="http://schemas.openxmlformats.org/officeDocument/2006/relationships/slide" Target="/ppt/slides/slide2.xml" Id="R071f2902eb774e7f" /><Relationship Type="http://schemas.openxmlformats.org/officeDocument/2006/relationships/slide" Target="/ppt/slides/slide3.xml" Id="Re6206856b6494a49" /><Relationship Type="http://schemas.openxmlformats.org/officeDocument/2006/relationships/slide" Target="/ppt/slides/slide4.xml" Id="R4ea1a079506640a9" /><Relationship Type="http://schemas.openxmlformats.org/officeDocument/2006/relationships/slide" Target="/ppt/slides/slide5.xml" Id="R1eb688d5e1de4480" /><Relationship Type="http://schemas.openxmlformats.org/officeDocument/2006/relationships/slide" Target="/ppt/slides/slide6.xml" Id="Re58ae5a2a8b0463a" /><Relationship Type="http://schemas.openxmlformats.org/officeDocument/2006/relationships/slide" Target="/ppt/slides/slide7.xml" Id="R9c841e57ca244127" /><Relationship Type="http://schemas.openxmlformats.org/officeDocument/2006/relationships/slide" Target="/ppt/slides/slide8.xml" Id="Rc00bf65cf3334738" /><Relationship Type="http://schemas.openxmlformats.org/officeDocument/2006/relationships/slide" Target="/ppt/slides/slide9.xml" Id="R583199b5c0794c0e" /><Relationship Type="http://schemas.openxmlformats.org/officeDocument/2006/relationships/slide" Target="/ppt/slides/slide10.xml" Id="Raaad39ac6e104bd5" /><Relationship Type="http://schemas.openxmlformats.org/officeDocument/2006/relationships/slide" Target="/ppt/slides/slide11.xml" Id="R3688dfba2d6945da" /><Relationship Type="http://schemas.openxmlformats.org/officeDocument/2006/relationships/slide" Target="/ppt/slides/slide12.xml" Id="R0195cf087a614fe5" /><Relationship Type="http://schemas.openxmlformats.org/officeDocument/2006/relationships/slide" Target="/ppt/slides/slide13.xml" Id="R2d971a0ea02149a6" /><Relationship Type="http://schemas.openxmlformats.org/officeDocument/2006/relationships/slide" Target="/ppt/slides/slide14.xml" Id="R7c44e0b7304a4b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779d583c1045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0095360952420b" /><Relationship Type="http://schemas.openxmlformats.org/officeDocument/2006/relationships/notesMaster" Target="/ppt/notesMasters/notesMaster1.xml" Id="R98a993b10deb4f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23794f7ba94994" /><Relationship Type="http://schemas.openxmlformats.org/officeDocument/2006/relationships/notesMaster" Target="/ppt/notesMasters/notesMaster1.xml" Id="R18047bf5af3b44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f26d7fb5654f95" /><Relationship Type="http://schemas.openxmlformats.org/officeDocument/2006/relationships/notesMaster" Target="/ppt/notesMasters/notesMaster1.xml" Id="Rd778acbc3c0149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a6d213228c4296" /><Relationship Type="http://schemas.openxmlformats.org/officeDocument/2006/relationships/notesMaster" Target="/ppt/notesMasters/notesMaster1.xml" Id="R2364f9e1fc1a46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7ac5cf123e46f8" /><Relationship Type="http://schemas.openxmlformats.org/officeDocument/2006/relationships/notesMaster" Target="/ppt/notesMasters/notesMaster1.xml" Id="Rf0a3dd09d02f49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1a602f782548e6" /><Relationship Type="http://schemas.openxmlformats.org/officeDocument/2006/relationships/notesMaster" Target="/ppt/notesMasters/notesMaster1.xml" Id="Re2237bf2065b4f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1f6dffd1b1459e" /><Relationship Type="http://schemas.openxmlformats.org/officeDocument/2006/relationships/notesMaster" Target="/ppt/notesMasters/notesMaster1.xml" Id="R078fae7418dc4e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63de066ce1420c" /><Relationship Type="http://schemas.openxmlformats.org/officeDocument/2006/relationships/notesMaster" Target="/ppt/notesMasters/notesMaster1.xml" Id="R66c8b019c20a47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3b886d5d174c83" /><Relationship Type="http://schemas.openxmlformats.org/officeDocument/2006/relationships/notesMaster" Target="/ppt/notesMasters/notesMaster1.xml" Id="R66b51ee3f36843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8167eda1864606" /><Relationship Type="http://schemas.openxmlformats.org/officeDocument/2006/relationships/notesMaster" Target="/ppt/notesMasters/notesMaster1.xml" Id="R2ab96d4eeb9a42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6b45be286a4e58" /><Relationship Type="http://schemas.openxmlformats.org/officeDocument/2006/relationships/notesMaster" Target="/ppt/notesMasters/notesMaster1.xml" Id="Rd6f8cf6ca44b48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6c5c02c8b54f95" /><Relationship Type="http://schemas.openxmlformats.org/officeDocument/2006/relationships/notesMaster" Target="/ppt/notesMasters/notesMaster1.xml" Id="R0719bb52899b48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94b3d075d6466f" /><Relationship Type="http://schemas.openxmlformats.org/officeDocument/2006/relationships/notesMaster" Target="/ppt/notesMasters/notesMaster1.xml" Id="R832b28acaf1d47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38723d782543b1" /><Relationship Type="http://schemas.openxmlformats.org/officeDocument/2006/relationships/notesMaster" Target="/ppt/notesMasters/notesMaster1.xml" Id="Rdb1855b062a848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ürünün mevcut kaynak koduna dayanır. Önerilen pilot ve yol haritası karar seçenekleridir.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package.json; README.md; src/app.ts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Yerel uygulama olarak çalışır; bulut sağlayıcı seçildiğinde modele veri gönderilir. Pilot bir öneridir, onaylanmış program değildir.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README.md; src/tools/index.ts; src/providers.ts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 ürünün hedeflediği iş akışı sorununu anlatır; ölçülmüş zaman kaybı veya kurumsal performans iddiası değildir.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src/agent.ts; src/tools/index.ts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 araçları durum, fark ve geçmiş okumayı kapsar. Tarayıcı uyumlu kurulu Chrome veya Chromium gerektirir. Masaüstü kontrolü yalnızca Windows içindir.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src/tools/index.ts; src/tools/git.ts; src/tools/browser.ts; src/tools/computer.ts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Şema mantıksal akış içindir. Araçlar ve model sağlayıcısı farklı güven sınırlarıdır; kabuk kullanıcı yetkileriyle çalışma alanı dışına da erişebilir.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src/agent.ts; src/providers.ts; src/tools/shell.ts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liste öncelikli dört sağlayıcıyı gösterir; ek ve yerel seçenekler de bulunur. Model erişimi ve araç desteği modele ve hesaba bağlıdır; ortaklık veya tüm modeller için uyumluluk iddiası yoktur.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src/providers.ts; src/models.ts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Görsel temsilîdir, gerçek çalışma zamanı ekran kaydı değildir. OpenRouter için yeni anahtar kaydedilmeden önce anahtar uç noktasında doğrulanır.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src/app.ts; src/menu.ts; src/providers.ts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Planlama aşamasında sağlayıcıya araç tanımları verilmez. Bekleyen plan uygulama oturumunda bellektedir; uygulama adımında normal araç onayları geçerlidir.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src/workflows.ts; src/app.ts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Alt ajanlar bağımsız bağlamlarda araştırma yapar, değişiklikleri ana ajan üstlenir. /goal durum, duraklatma ve devam komutları sunar.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src/subagents.ts; src/workflows.ts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YOLO oturumluk bir seçenektir, varsayılan kapalıdır. Alt ajanların salt okunur sınırları korunur. Kabuk ve bilgisayar kontrolleri kullanıcının işletim sistemi izinleriyle çalışır.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src/app.ts; src/agent.ts; src/tools/index.ts; src/tools/shell.ts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Ekran görüntüleri modele iletilebilir. Windows güvenlik veya DPAPI başarısızlığında yeni kayıt hata verir. Diğer platformlarda kısıtlı dosyada şifrelenmemiş saklama olabilir.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src/secrets.ts; src/providers.ts; src/agent.ts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sunum mevcut kaynak ve belgelerin statik incelemesine dayanır. Güvenlik taraması başlatılamamıştır; tamamlanmış rapor veya ölçülmüş ROI iddiası yoktur.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docs/verification.md;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 öneridir, onaylanmış takvim veya performans hedefi değildir. Değerlendirme ölçütleri pilot onayından önce belirlenebilir.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Öneri; README.md; src/app.ts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İstenen karar pilot yetkisi ve sorumluların belirlenmesidir. Yol haritası öneridir ve henüz onaylanmış bütçe veya süre içermez.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Öneri; docs/verification.md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8f2dca49e44b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627d26387b47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bf9211bf7d4e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6317c275f241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4ae7b3e3574e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336906ef448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239EB1-FA23-46C5-BBA5-E1FB5B7EC0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5B82D95-5FCD-4B38-83B9-ED80220FEC6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FE8EADD-B871-4880-8092-0649C8F395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17D637-3AB1-4506-8F8F-BE8EFD3F52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32533C8-60E4-40A9-B97F-1B422B6D69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7F5D07-2F8B-4033-BF21-56503339D3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08D25D-4DF6-4501-A95F-DF80698820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A2EDA52-E02C-4113-8DDF-A9E807BE58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3B9516-1503-47CA-BD88-0B7E533DE2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3559B7-7D27-4D1C-BBC8-40D1DD5962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d0f7a507094101" /><Relationship Type="http://schemas.openxmlformats.org/officeDocument/2006/relationships/slideLayout" Target="/ppt/slideLayouts/slideLayout1.xml" Id="R60890604c7cf4ad4" /><Relationship Type="http://schemas.openxmlformats.org/officeDocument/2006/relationships/slideLayout" Target="/ppt/slideLayouts/slideLayout2.xml" Id="R83d09c40cff24f44" /><Relationship Type="http://schemas.openxmlformats.org/officeDocument/2006/relationships/slideLayout" Target="/ppt/slideLayouts/slideLayout3.xml" Id="R2e5011fcd5f84c41" /><Relationship Type="http://schemas.openxmlformats.org/officeDocument/2006/relationships/slideLayout" Target="/ppt/slideLayouts/slideLayout4.xml" Id="Rea7e61548624457f" /><Relationship Type="http://schemas.openxmlformats.org/officeDocument/2006/relationships/slideLayout" Target="/ppt/slideLayouts/slideLayout5.xml" Id="R0ff97d8c56ec4948" /><Relationship Type="http://schemas.openxmlformats.org/officeDocument/2006/relationships/slideLayout" Target="/ppt/slideLayouts/slideLayout6.xml" Id="R8c71e65bac3a4d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890604c7cf4ad4"/>
    <p:sldLayoutId xmlns:r="http://schemas.openxmlformats.org/officeDocument/2006/relationships" id="2147483650" r:id="R83d09c40cff24f44"/>
    <p:sldLayoutId xmlns:r="http://schemas.openxmlformats.org/officeDocument/2006/relationships" id="2147483651" r:id="R2e5011fcd5f84c41"/>
    <p:sldLayoutId xmlns:r="http://schemas.openxmlformats.org/officeDocument/2006/relationships" id="2147483652" r:id="Rea7e61548624457f"/>
    <p:sldLayoutId xmlns:r="http://schemas.openxmlformats.org/officeDocument/2006/relationships" id="2147483653" r:id="R0ff97d8c56ec4948"/>
    <p:sldLayoutId xmlns:r="http://schemas.openxmlformats.org/officeDocument/2006/relationships" id="2147483654" r:id="R8c71e65bac3a4d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5be3a4a56b4f7a" /><Relationship Type="http://schemas.openxmlformats.org/officeDocument/2006/relationships/image" Target="/ppt/media/image.png" Id="Rce925fbaa3e147c1" /><Relationship Type="http://schemas.openxmlformats.org/officeDocument/2006/relationships/notesSlide" Target="/ppt/notesSlides/notesSlide1.xml" Id="R7a75627286eb45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51001062fd4c4a" /><Relationship Type="http://schemas.openxmlformats.org/officeDocument/2006/relationships/notesSlide" Target="/ppt/notesSlides/notesSlide2.xml" Id="R56b11b3db16e4a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41443d2cc44cd7" /><Relationship Type="http://schemas.openxmlformats.org/officeDocument/2006/relationships/notesSlide" Target="/ppt/notesSlides/notesSlide3.xml" Id="Rb26e7316915747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7b450721c94e44" /><Relationship Type="http://schemas.openxmlformats.org/officeDocument/2006/relationships/notesSlide" Target="/ppt/notesSlides/notesSlide4.xml" Id="Rbf539d6a0d6e41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c07fcb658749b1" /><Relationship Type="http://schemas.openxmlformats.org/officeDocument/2006/relationships/notesSlide" Target="/ppt/notesSlides/notesSlide5.xml" Id="R2067d66fdf7b48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588677ca034dda" /><Relationship Type="http://schemas.openxmlformats.org/officeDocument/2006/relationships/notesSlide" Target="/ppt/notesSlides/notesSlide6.xml" Id="R9af4da35dc9648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73def320c74af9" /><Relationship Type="http://schemas.openxmlformats.org/officeDocument/2006/relationships/image" Target="/ppt/media/image2.png" Id="Rf41d16d0366641f4" /><Relationship Type="http://schemas.openxmlformats.org/officeDocument/2006/relationships/notesSlide" Target="/ppt/notesSlides/notesSlide7.xml" Id="R3c43503131fc48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30093332c148d1" /><Relationship Type="http://schemas.openxmlformats.org/officeDocument/2006/relationships/image" Target="/ppt/media/image3.png" Id="R54bbc5ced603450c" /><Relationship Type="http://schemas.openxmlformats.org/officeDocument/2006/relationships/notesSlide" Target="/ppt/notesSlides/notesSlide8.xml" Id="Rd3336c0c31ce4d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c75c0579da4da9" /><Relationship Type="http://schemas.openxmlformats.org/officeDocument/2006/relationships/notesSlide" Target="/ppt/notesSlides/notesSlide9.xml" Id="Rf4f7a4de5a7b43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9977c88ea44226" /><Relationship Type="http://schemas.openxmlformats.org/officeDocument/2006/relationships/notesSlide" Target="/ppt/notesSlides/notesSlide10.xml" Id="R6f01f1e7581a4e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72d4de228041c1" /><Relationship Type="http://schemas.openxmlformats.org/officeDocument/2006/relationships/notesSlide" Target="/ppt/notesSlides/notesSlide11.xml" Id="Rdf02659bd6b941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3aef01c8df45fe" /><Relationship Type="http://schemas.openxmlformats.org/officeDocument/2006/relationships/notesSlide" Target="/ppt/notesSlides/notesSlide12.xml" Id="R6214d0700b7c41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3b2b038c8a4e34" /><Relationship Type="http://schemas.openxmlformats.org/officeDocument/2006/relationships/notesSlide" Target="/ppt/notesSlides/notesSlide13.xml" Id="Ra203e6053d0a43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a2e5073a264612" /><Relationship Type="http://schemas.openxmlformats.org/officeDocument/2006/relationships/notesSlide" Target="/ppt/notesSlides/notesSlide14.xml" Id="Rca341a05419a49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E9602-6CC9-4C48-8F4D-49BDBF6D33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25fbaa3e147c1"/>
          <a:stretch xmlns:a="http://schemas.openxmlformats.org/drawingml/2006/main"/>
        </p:blipFill>
        <p:spPr>
          <a:xfrm xmlns:a="http://schemas.openxmlformats.org/drawingml/2006/main">
            <a:off x="685800" y="495597"/>
            <a:ext cx="1790700" cy="647107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9A509582-FB15-4944-88A5-F3B6159C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 Bot</a:t>
            </a:r>
          </a:p>
        </p:txBody>
      </p:sp>
      <p:sp>
        <p:nvSpPr>
          <p:cNvPr id="3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21EFC4E-E97C-4C3E-99AE-F6EA85A5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CEBD8"/>
                </a:solidFill>
                <a:latin typeface="Arial"/>
                <a:ea typeface="Arial"/>
                <a:cs typeface="Arial"/>
              </a:rPr>
              <a:t>Yönetim kurulu değerlendirmesi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F65E60FE-2902-4DA9-B0EC-5AB91FDC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95725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B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4F4AFCC6-4FA4-44AF-84A2-F66D2C6F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053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CEBD8"/>
                </a:solidFill>
                <a:latin typeface="Arial"/>
                <a:ea typeface="Arial"/>
                <a:cs typeface="Arial"/>
              </a:rPr>
              <a:t>Yerel çalışma ortamı için yapay zekâ ajanı</a:t>
            </a:r>
          </a:p>
        </p:txBody>
      </p:sp>
    </p:spTree>
    <p:extLst>
      <p:ext uri="{BB962C8B-B14F-4D97-AF65-F5344CB8AC3E}">
        <p14:creationId xmlns:p14="http://schemas.microsoft.com/office/powerpoint/2010/main" val="18476514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7A2C6859-9DE6-47B1-9FE0-4D853A18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YÖNETİM KURULU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13A4D3C7-CC81-42D2-83F8-81D0BF5D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Yönetim özeti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56A3822A-AD83-45B5-B73E-71052F40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CC1A79A-E408-4F2D-BC9D-50A7C193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46D6480A-2D21-4798-A0AD-CAAA155D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336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T Bot, çalışma alanındaki işleri terminalden yöneten bir yapay zekâ ajanıdır.</a:t>
            </a:r>
          </a:p>
        </p:txBody>
      </p:sp>
      <p:sp>
        <p:nvSpPr>
          <p:cNvPr id="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FC08831C-B59A-4371-BBAC-6B9A17B0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004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B8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A85938B3-7CB9-4706-A044-69EADAD3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400425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Tek çalışma ortamı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7CDE702-D178-451D-BC49-E9D396F5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09950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Dosya, kabuk ve tarayıcı araçları tek akışta kullanılabilir.</a:t>
            </a:r>
          </a:p>
        </p:txBody>
      </p:sp>
      <p:sp>
        <p:nvSpPr>
          <p:cNvPr id="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E0890921-A44A-4E4D-AE56-73982EE8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338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B8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FA10A928-987E-4908-BB9A-1FDA8FE9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13385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Seçilebilir model</a:t>
            </a:r>
          </a:p>
        </p:txBody>
      </p:sp>
      <p:sp>
        <p:nvSpPr>
          <p:cNvPr id="1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C0C265CE-75A6-4A39-947A-81F8770F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43375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Kullanıcı sağlayıcı ve modeli seçer. Erişim kendi hesabına bağlıdır.</a:t>
            </a:r>
          </a:p>
        </p:txBody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9A1E4CDC-8C96-4E20-9C1B-6E863E87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91125"/>
            <a:ext cx="1095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8BC3BFB2-1B08-4BE4-8501-E9363CAA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2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Karar önerisi</a:t>
            </a:r>
          </a:p>
        </p:txBody>
      </p:sp>
      <p:sp>
        <p:nvSpPr>
          <p:cNvPr id="1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DA78B14F-7737-4973-B86B-00AC7B26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81625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E7D1"/>
                </a:solidFill>
                <a:latin typeface="Arial"/>
                <a:ea typeface="Arial"/>
                <a:cs typeface="Arial"/>
              </a:rPr>
              <a:t>Sınırlı kapsamlı bir pilotun koşullarını belirleyin.</a:t>
            </a:r>
          </a:p>
        </p:txBody>
      </p:sp>
    </p:spTree>
    <p:extLst>
      <p:ext uri="{BB962C8B-B14F-4D97-AF65-F5344CB8AC3E}">
        <p14:creationId xmlns:p14="http://schemas.microsoft.com/office/powerpoint/2010/main" val="13109644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5F6DBB62-8417-41A5-97AE-35A336C8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YÖNETİM KURULU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82DB6C40-EF4B-441A-B34F-F4DF2FC1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Ele alınan çalışma sorunu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ABFD6500-1493-4F68-9080-9BB9015D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C7A11E11-F99E-4C6E-8D49-3F27BB57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D9873A98-F16C-4E44-B2EF-8DB5F8DA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24075"/>
            <a:ext cx="1047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Tek bir istek, birden fazla araç ve karar gerektirebilir.</a:t>
            </a:r>
          </a:p>
        </p:txBody>
      </p:sp>
      <p:sp>
        <p:nvSpPr>
          <p:cNvPr id="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4D6F78C1-0876-4B12-8020-DB07D666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Parçalı süreç</a:t>
            </a:r>
          </a:p>
        </p:txBody>
      </p:sp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99150A58-D642-4DAA-A09B-62377BFC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24200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Dosyaları inceleme, değişiklik ve kontrol farklı adımlara dağılır.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4555D045-F0B9-4183-A355-4CC0BAF9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Bağlam geçişi</a:t>
            </a:r>
          </a:p>
        </p:txBody>
      </p:sp>
      <p:sp>
        <p:nvSpPr>
          <p:cNvPr id="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521CB891-9964-4F49-BF42-42FD4113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İnsan, model ve çalışma alanı arasında bilgi tekrar aktarılır.</a:t>
            </a:r>
          </a:p>
        </p:txBody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F45363DC-A5F2-4AF0-AC7B-D9384B4C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Kontrol ihtiyacı</a:t>
            </a:r>
          </a:p>
        </p:txBody>
      </p:sp>
      <p:sp>
        <p:nvSpPr>
          <p:cNvPr id="1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14EB3A64-98DB-44C2-8639-B0766D4D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24400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Değişiklikler için yetki ve kullanıcı onayı görünür olmalıdır.</a:t>
            </a:r>
          </a:p>
        </p:txBody>
      </p:sp>
    </p:spTree>
    <p:extLst>
      <p:ext uri="{BB962C8B-B14F-4D97-AF65-F5344CB8AC3E}">
        <p14:creationId xmlns:p14="http://schemas.microsoft.com/office/powerpoint/2010/main" val="14155394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7DA74DFB-2F74-435F-AD05-C20DB86E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YÖNETİM KURULU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A5C754C9-154F-4CFE-8F7F-1E18A724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Ürün kapsamı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740B91F7-4F27-4048-A813-6D236FBA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9C61D23C-2080-4EB3-B25C-07FAE013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27E9A427-80B8-4E27-A57B-03BDB38D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Terminalden çalışan ajan, kullanıcının isteğini araçlarla ilerletir.</a:t>
            </a:r>
          </a:p>
        </p:txBody>
      </p:sp>
      <p:sp>
        <p:nvSpPr>
          <p:cNvPr id="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E34AEE5D-75F4-458D-BFB7-A1B5CD9E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766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B8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E44206F6-6630-411C-AF32-16FCF4D7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2766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Çalışma alanı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26EA93C-8950-4C04-A69F-433CC915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86125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Dosya okuma, arama ve kontrollü değişiklik.</a:t>
            </a:r>
          </a:p>
        </p:txBody>
      </p:sp>
      <p:sp>
        <p:nvSpPr>
          <p:cNvPr id="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DFDD953A-7499-41B1-B258-98E0D7C9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481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B8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D88478C7-FA0F-4EF5-A32F-2EEAA66B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48125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İş akışı</a:t>
            </a:r>
          </a:p>
        </p:txBody>
      </p:sp>
      <p:sp>
        <p:nvSpPr>
          <p:cNvPr id="1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4D2DCA65-A03C-4BED-B371-ED68A2C3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57650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Kabuk, Git durumu ve izole tarayıcı araçları.</a:t>
            </a:r>
          </a:p>
        </p:txBody>
      </p:sp>
      <p:sp>
        <p:nvSpPr>
          <p:cNvPr id="1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2848467D-841F-4F28-8C8E-9436DE0D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96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B8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19399923-FA7B-443A-A904-6F31BD0F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81965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Masaüstü</a:t>
            </a:r>
          </a:p>
        </p:txBody>
      </p:sp>
      <p:sp>
        <p:nvSpPr>
          <p:cNvPr id="1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DB11EF8-17F2-4094-B406-1FBE2892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29175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Etkileşimli Windows masaüstü desteği.</a:t>
            </a:r>
          </a:p>
        </p:txBody>
      </p:sp>
    </p:spTree>
    <p:extLst>
      <p:ext uri="{BB962C8B-B14F-4D97-AF65-F5344CB8AC3E}">
        <p14:creationId xmlns:p14="http://schemas.microsoft.com/office/powerpoint/2010/main" val="12407348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EAFA23CB-10B7-4634-81FE-4CA15FA1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YÖNETİM KURULU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D918C3AA-A1D0-4080-A461-8B73EB61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Yerel mimari ve veri akışı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2509E776-EB86-453C-BEDC-2836148A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97DDAD34-BF87-4839-8798-BD87D15B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160AD14D-CAE1-4449-9CFA-EAF31FA3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Uygulama yerelde çalışır. Model çağrıları ilgili sağlayıcıya gider.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F32B6A50-38B5-4E5C-BBFE-4CF6D689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2333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DF"/>
          </a:solidFill>
          <a:ln xmlns:a="http://schemas.openxmlformats.org/drawingml/2006/main" w="9525">
            <a:solidFill>
              <a:srgbClr val="C5D3BA"/>
            </a:solidFill>
            <a:prstDash val="solid"/>
          </a:ln>
        </p:spPr>
      </p:sp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CB20712A-4048-41AA-877E-87BEA8AD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290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Kullanıcı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133B263-EB33-45AC-9694-A328A58B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57625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İstek ve onay</a:t>
            </a:r>
          </a:p>
        </p:txBody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8247791C-CDC6-4E26-BBB5-4A3EA937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100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7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42B88F83-3E2B-46D9-8313-6E0D15F3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2333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DF"/>
          </a:solidFill>
          <a:ln xmlns:a="http://schemas.openxmlformats.org/drawingml/2006/main" w="9525">
            <a:solidFill>
              <a:srgbClr val="C5D3BA"/>
            </a:solidFill>
            <a:prstDash val="solid"/>
          </a:ln>
        </p:spPr>
      </p:sp>
      <p:sp>
        <p:nvSpPr>
          <p:cNvPr id="1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C0161CBD-E829-424A-9C97-5CB526EE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T Bot</a:t>
            </a:r>
          </a:p>
        </p:txBody>
      </p:sp>
      <p:sp>
        <p:nvSpPr>
          <p:cNvPr id="1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AEDEC11B-8FF8-444F-86D9-FCAA29FF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57625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Ajan ve oturum</a:t>
            </a:r>
          </a:p>
        </p:txBody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D38104E5-87AF-4D2D-BBBF-96C130FB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100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7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8D64C4E1-6B65-4FD2-A000-901EAB6D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2333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DF"/>
          </a:solidFill>
          <a:ln xmlns:a="http://schemas.openxmlformats.org/drawingml/2006/main" w="9525">
            <a:solidFill>
              <a:srgbClr val="C5D3BA"/>
            </a:solidFill>
            <a:prstDash val="solid"/>
          </a:ln>
        </p:spPr>
      </p:sp>
      <p:sp>
        <p:nvSpPr>
          <p:cNvPr id="1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C094D44-0500-4026-ADC1-2177B9FD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290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Araçlar</a:t>
            </a:r>
          </a:p>
        </p:txBody>
      </p:sp>
      <p:sp>
        <p:nvSpPr>
          <p:cNvPr id="1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EE1AA1AE-751E-46A1-A82A-66775D35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57625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Yerel çalışma alanı</a:t>
            </a:r>
          </a:p>
        </p:txBody>
      </p:sp>
      <p:sp>
        <p:nvSpPr>
          <p:cNvPr id="17" name="shape">
            <a:extLst xmlns:a="http://schemas.openxmlformats.org/drawingml/2006/main">
              <a:ext uri="{FF2B5EF4-FFF2-40B4-BE49-F238E27FC236}">
                <a16:creationId xmlns:a16="http://schemas.microsoft.com/office/drawing/2014/main" id="{713EFFE1-31C7-45C6-9194-995290DA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100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7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hape">
            <a:extLst xmlns:a="http://schemas.openxmlformats.org/drawingml/2006/main">
              <a:ext uri="{FF2B5EF4-FFF2-40B4-BE49-F238E27FC236}">
                <a16:creationId xmlns:a16="http://schemas.microsoft.com/office/drawing/2014/main" id="{D987C88D-C5B6-44EE-9928-781B66E4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86125"/>
            <a:ext cx="2333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DF"/>
          </a:solidFill>
          <a:ln xmlns:a="http://schemas.openxmlformats.org/drawingml/2006/main" w="9525">
            <a:solidFill>
              <a:srgbClr val="C5D3BA"/>
            </a:solidFill>
            <a:prstDash val="solid"/>
          </a:ln>
        </p:spPr>
      </p:sp>
      <p:sp>
        <p:nvSpPr>
          <p:cNvPr id="1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1B8D64E-8A61-415F-BD8F-0B337A64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290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Sağlayıcı</a:t>
            </a:r>
          </a:p>
        </p:txBody>
      </p:sp>
      <p:sp>
        <p:nvSpPr>
          <p:cNvPr id="2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9D3FAEDE-2706-4E78-9189-34446988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57625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Model yanıtı</a:t>
            </a:r>
          </a:p>
        </p:txBody>
      </p:sp>
      <p:sp>
        <p:nvSpPr>
          <p:cNvPr id="2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D756FBB3-0F00-4CA9-BD2E-CC729812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454"/>
                </a:solidFill>
                <a:latin typeface="Arial"/>
                <a:ea typeface="Arial"/>
                <a:cs typeface="Arial"/>
              </a:rPr>
              <a:t>Modele gönderilen içerik, konuşmayı ve ilgili araç sonuçlarını içerebilir.</a:t>
            </a:r>
          </a:p>
        </p:txBody>
      </p:sp>
    </p:spTree>
    <p:extLst>
      <p:ext uri="{BB962C8B-B14F-4D97-AF65-F5344CB8AC3E}">
        <p14:creationId xmlns:p14="http://schemas.microsoft.com/office/powerpoint/2010/main" val="35441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71AA72A-3CEA-4FA2-8385-C3582E32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YÖNETİM KURULU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5D68851D-5165-4F55-AEBF-06FAA528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Sağlayıcı ve model seçimi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D92A56CA-26F9-45F9-BF40-63F7D4C7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FC662BDD-7D7C-4FCD-BF86-C6CB9BF5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2273A012-DE7A-4F75-8DED-842CB44E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Kullanıcı kendi sağlayıcısını, modelini ve anahtarını seçer.</a:t>
            </a:r>
          </a:p>
        </p:txBody>
      </p:sp>
      <p:sp>
        <p:nvSpPr>
          <p:cNvPr id="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5BD71F3-603D-4532-8DAA-9EC88E15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Google Gemini</a:t>
            </a:r>
          </a:p>
        </p:txBody>
      </p:sp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4B1915A8-168A-4815-93A3-232331D5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289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Google hesabı ve seçilen model</a:t>
            </a:r>
          </a:p>
        </p:txBody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BC5D4D6E-1518-449B-8D09-C5B83B82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8E6F4D04-71E2-43BE-A5A1-0F4C7AFA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OpenAI</a:t>
            </a:r>
          </a:p>
        </p:txBody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83F48BFC-6B4C-4CB3-A87C-A3213EDA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671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OpenAI hesabı ve seçilen model</a:t>
            </a:r>
          </a:p>
        </p:txBody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AAD28231-DF81-48EF-8ECF-01858243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350C2EA-CA90-436C-9A4D-C2199454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Anthropic</a:t>
            </a:r>
          </a:p>
        </p:txBody>
      </p:sp>
      <p:sp>
        <p:nvSpPr>
          <p:cNvPr id="13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23583CD-D2A4-452B-985D-D4621877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05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Anthropic hesabı ve seçilen model</a:t>
            </a:r>
          </a:p>
        </p:txBody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296513AE-3767-436A-9E22-4C483A56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DBF552E0-60CD-4914-A67B-3C7A76EF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434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OpenRouter</a:t>
            </a:r>
          </a:p>
        </p:txBody>
      </p:sp>
      <p:sp>
        <p:nvSpPr>
          <p:cNvPr id="1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7C692716-94AF-4872-B8A6-E55C4836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434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Erişilen model ve sağlayıcı koşulları</a:t>
            </a:r>
          </a:p>
        </p:txBody>
      </p:sp>
      <p:sp>
        <p:nvSpPr>
          <p:cNvPr id="17" name="shape">
            <a:extLst xmlns:a="http://schemas.openxmlformats.org/drawingml/2006/main">
              <a:ext uri="{FF2B5EF4-FFF2-40B4-BE49-F238E27FC236}">
                <a16:creationId xmlns:a16="http://schemas.microsoft.com/office/drawing/2014/main" id="{B293EB88-5752-4491-879F-FC381955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387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9317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72F7C262-7CCF-437A-B665-886CF0B3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YÖNETİM KURULU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824841C0-0EE6-481E-AC08-C14A362D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Başlangıç ve kurulum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E828233D-81A3-47EA-B4BE-4FDC1EFF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C3C739E2-F6B0-4651-9ADD-DA0ECEB2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2C684BE-9790-4605-BEFB-E67B12DA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Sağlayıcı ve model menüden seçilir. API anahtarı gizli girilir.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C4930-5615-4587-8BB4-CBF49DF336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d16d0366641f4"/>
          <a:stretch xmlns:a="http://schemas.openxmlformats.org/drawingml/2006/main"/>
        </p:blipFill>
        <p:spPr>
          <a:xfrm xmlns:a="http://schemas.openxmlformats.org/drawingml/2006/main">
            <a:off x="1454150" y="2790825"/>
            <a:ext cx="6045200" cy="3238500"/>
          </a:xfrm>
          <a:prstGeom xmlns:a="http://schemas.openxmlformats.org/drawingml/2006/main" prst="rect">
            <a:avLst/>
          </a:prstGeom>
        </p:spPr>
      </p:pic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F5F79E61-44F5-43BE-AF09-E596801F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Temsili ekran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9035D29-8D20-469F-9C52-102B2635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Kullanıcı akışı</a:t>
            </a:r>
          </a:p>
        </p:txBody>
      </p:sp>
      <p:sp>
        <p:nvSpPr>
          <p:cNvPr id="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5FF3CBAA-D273-4ADA-B30B-417B4142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76625"/>
            <a:ext cx="2571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Seçim menüsü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Gizli anahtar girişi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Kaydedilmiş ayarlar</a:t>
            </a:r>
          </a:p>
        </p:txBody>
      </p:sp>
    </p:spTree>
    <p:extLst>
      <p:ext uri="{BB962C8B-B14F-4D97-AF65-F5344CB8AC3E}">
        <p14:creationId xmlns:p14="http://schemas.microsoft.com/office/powerpoint/2010/main" val="18854312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82F62C74-57B7-440C-B5B2-9F04CE73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YÖNETİM KURULU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A8EB2D3B-074E-4641-9BAE-226E5083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Plan ve kontrollü uygulama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18B14B3E-DF4C-444E-8B25-070371ED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C21B4597-7CF2-4D01-B9A0-4EE38D4D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A4111FC6-3113-4F30-A5E3-16E38A33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Plan önce oluşturulur, uygulama ayrı bir kullanıcı komutuyla başlar.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8B17A-9F47-4DF8-911E-276856960F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bc5ced603450c"/>
          <a:stretch xmlns:a="http://schemas.openxmlformats.org/drawingml/2006/main"/>
        </p:blipFill>
        <p:spPr>
          <a:xfrm xmlns:a="http://schemas.openxmlformats.org/drawingml/2006/main">
            <a:off x="1597025" y="2819400"/>
            <a:ext cx="6045200" cy="3238500"/>
          </a:xfrm>
          <a:prstGeom xmlns:a="http://schemas.openxmlformats.org/drawingml/2006/main" prst="rect">
            <a:avLst/>
          </a:prstGeom>
        </p:spPr>
      </p:pic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8D9B8290-21EB-4893-90AA-67BE3B1C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Temsili ekran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227269F5-E8B4-48B3-B537-D7044CF8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52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49475E2C-CB1C-457A-AD98-A759B027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62325"/>
            <a:ext cx="2428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Araç kullanılmadan öneri üretilir.</a:t>
            </a:r>
          </a:p>
        </p:txBody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804AFB3E-D0C0-4619-8D91-865F9C74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Uygulama</a:t>
            </a:r>
          </a:p>
        </p:txBody>
      </p:sp>
      <p:sp>
        <p:nvSpPr>
          <p:cNvPr id="1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BB91AF73-4561-4868-A373-02254FE3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14875"/>
            <a:ext cx="2428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/plan apply ile aynı oturumda başlar.</a:t>
            </a:r>
          </a:p>
        </p:txBody>
      </p:sp>
    </p:spTree>
    <p:extLst>
      <p:ext uri="{BB962C8B-B14F-4D97-AF65-F5344CB8AC3E}">
        <p14:creationId xmlns:p14="http://schemas.microsoft.com/office/powerpoint/2010/main" val="1871436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7B763CF6-2E39-4B5B-B024-37670D08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YÖNETİM KURULU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1A42226-4EA0-4C30-AC0C-9C8CA059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Hedefler ve alt ajanlar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27C42736-8887-4BCB-A579-E889BA6E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43E1237A-167A-481B-B179-83BD1094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B877DA5A-2905-44D4-9C05-44C3850A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Uzun işler, hedef kaydı ve sınırlı araştırma adımlarıyla yönetilir.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71599E68-9C4D-460A-8902-9CB3643E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762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98711F5A-2FE4-4E52-8F1D-FF33C3BB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Hedef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0117872-AE47-4372-A90F-FBC9A767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Durum kaydedilir. Çalışma sınırlı bir tur olarak yürür. Tamamlanmayı kullanıcı işaretler.</a:t>
            </a:r>
          </a:p>
        </p:txBody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C70E9157-D177-464B-BA7C-1B9A8CB9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4762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7CC0BA47-C79E-4C17-BB29-2E5CF14E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147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Alt ajanlar</a:t>
            </a:r>
          </a:p>
        </p:txBody>
      </p:sp>
      <p:sp>
        <p:nvSpPr>
          <p:cNvPr id="1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4C636B1F-D4DD-40CC-AECA-20DF1E02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5762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Seçilen modelle en fazla üç salt okunur araştırma yapılır. Sonuçları ana ajan değerlendirir.</a:t>
            </a:r>
          </a:p>
        </p:txBody>
      </p:sp>
      <p:sp>
        <p:nvSpPr>
          <p:cNvPr id="1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230D0C65-6D29-4325-BB0D-217FA3D8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454"/>
                </a:solidFill>
                <a:latin typeface="Arial"/>
                <a:ea typeface="Arial"/>
                <a:cs typeface="Arial"/>
              </a:rPr>
              <a:t>Eşzamanlı çalışan araştırma sınırı: iki</a:t>
            </a:r>
          </a:p>
        </p:txBody>
      </p:sp>
    </p:spTree>
    <p:extLst>
      <p:ext uri="{BB962C8B-B14F-4D97-AF65-F5344CB8AC3E}">
        <p14:creationId xmlns:p14="http://schemas.microsoft.com/office/powerpoint/2010/main" val="18951728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A6EFA9D1-226F-4BCE-9990-34992ECC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YÖNETİM KURULU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5570ED97-6CE0-40B0-8144-35049D2D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Onay ve YOLO modu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FDF41679-5161-43A2-981C-2858C582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986F56AC-0BA9-4457-9D9D-8F1FBBEC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06452708-23A7-4A8E-B1A5-040E7BD3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Varsayılan akış, değişiklik yapabilen işlemlerde kullanıcı onayı ister.</a:t>
            </a:r>
          </a:p>
        </p:txBody>
      </p:sp>
      <p:sp>
        <p:nvSpPr>
          <p:cNvPr id="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B02252A-D1D5-48F4-AF74-23F44E6B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Onaylı mod</a:t>
            </a:r>
          </a:p>
        </p:txBody>
      </p:sp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A70BA12F-A045-460C-8734-13D66F0F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09925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Araç işlemleri için kullanıcıdan seçim beklenir.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D1D7D39E-6F1F-4B44-BA93-D2E2C1AA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YOLO modu</a:t>
            </a:r>
          </a:p>
        </p:txBody>
      </p:sp>
      <p:sp>
        <p:nvSpPr>
          <p:cNvPr id="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B825C5D9-CD17-4209-8CFB-C5379BF5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10025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Oturum boyunca araç onayları otomatik verilir.</a:t>
            </a:r>
          </a:p>
        </p:txBody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21047210-3CEE-4D0E-B0AF-131AA7F2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Kontrol sınırı</a:t>
            </a:r>
          </a:p>
        </p:txBody>
      </p:sp>
      <p:sp>
        <p:nvSpPr>
          <p:cNvPr id="1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28319F08-0B9B-464C-9512-CE0E3974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Planı uygulamak yine açık /plan apply komutu gerektirir.</a:t>
            </a:r>
          </a:p>
        </p:txBody>
      </p:sp>
      <p:sp>
        <p:nvSpPr>
          <p:cNvPr id="1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7F07B1CD-8772-4CFC-A65A-86A771E6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454"/>
                </a:solidFill>
                <a:latin typeface="Arial"/>
                <a:ea typeface="Arial"/>
                <a:cs typeface="Arial"/>
              </a:rPr>
              <a:t>Kabuk, kullanıcının yetkileriyle çalışma alanı dışına erişebilir.</a:t>
            </a:r>
          </a:p>
        </p:txBody>
      </p:sp>
    </p:spTree>
    <p:extLst>
      <p:ext uri="{BB962C8B-B14F-4D97-AF65-F5344CB8AC3E}">
        <p14:creationId xmlns:p14="http://schemas.microsoft.com/office/powerpoint/2010/main" val="16920958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86BAC2D4-55DA-4AE0-A9EA-AB270D5B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YÖNETİM KURULU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B73D1676-43E3-45D4-9677-6707948D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Veri, anahtar ve maliyet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B4EBC016-FEAB-4953-B4A3-17D012E0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9FC57A99-6A3A-45DF-9FB2-837DE9AF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BA146893-257B-4049-A563-06276CC8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860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B8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9665E9B2-B30A-4ED9-B014-D8AE8FC1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860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Veri paylaşımı</a:t>
            </a:r>
          </a:p>
        </p:txBody>
      </p:sp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82E4A829-8E4C-4991-900D-E6BD18DF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95525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İlgili dosya ve araç çıktıları seçilen modele gönderilebilir.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F076BAA-1BDB-40D1-9495-1B2F84AA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B8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7033FED-C892-4D4C-AA3A-2CAF28FA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2385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Anahtar saklama</a:t>
            </a:r>
          </a:p>
        </p:txBody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805ACC92-8BA7-4AE6-8A04-44E3DFB9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48025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Windows’ta yeni kayıt için DPAPI ve dizin güvenliği gerekir.</a:t>
            </a:r>
          </a:p>
        </p:txBody>
      </p:sp>
      <p:sp>
        <p:nvSpPr>
          <p:cNvPr id="1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ED3C4D6F-DD09-4AA0-AFED-78410CB6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910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B8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99ED0FE9-CB6E-4174-AFFA-87D69BA8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1910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Maliyet</a:t>
            </a:r>
          </a:p>
        </p:txBody>
      </p:sp>
      <p:sp>
        <p:nvSpPr>
          <p:cNvPr id="13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7A6E00DA-6227-41CE-B118-417C52C1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00525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Model çağrılarının maliyeti sağlayıcı hesabı ve kullanıma bağlıdır.</a:t>
            </a:r>
          </a:p>
        </p:txBody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11397D04-DD47-4265-ABDD-8BDE0298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91125"/>
            <a:ext cx="1095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9DF258BA-9121-4986-B783-9A2D1741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2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Gözden geçirme</a:t>
            </a:r>
          </a:p>
        </p:txBody>
      </p:sp>
      <p:sp>
        <p:nvSpPr>
          <p:cNvPr id="1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54C83D12-28F5-463E-B8DC-5AD10220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81625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E7D1"/>
                </a:solidFill>
                <a:latin typeface="Arial"/>
                <a:ea typeface="Arial"/>
                <a:cs typeface="Arial"/>
              </a:rPr>
              <a:t>Hassas veri, ekran görüntüsü ve sağlayıcı şartları değerlendirilmelidir.</a:t>
            </a:r>
          </a:p>
        </p:txBody>
      </p:sp>
    </p:spTree>
    <p:extLst>
      <p:ext uri="{BB962C8B-B14F-4D97-AF65-F5344CB8AC3E}">
        <p14:creationId xmlns:p14="http://schemas.microsoft.com/office/powerpoint/2010/main" val="13381651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91888A1E-017B-4E13-B0CA-946E1F61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YÖNETİM KURULU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9887D9F-4897-404F-AE1D-B6AC633D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Mevcut durum ve sınırlar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5F468333-52B9-4F33-904E-C01CDEBB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1496D073-4652-47C4-AB4E-C01F548A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CFDB6C1F-C239-445F-993B-DAE23869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Mevcut uygulama ile önerilen kurumsal kullanım arasında doğrulama gerekir.</a:t>
            </a:r>
          </a:p>
        </p:txBody>
      </p:sp>
      <p:sp>
        <p:nvSpPr>
          <p:cNvPr id="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7CB7541E-C1F0-4EC1-8EAD-D6E6709E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Teknik durum</a:t>
            </a:r>
          </a:p>
        </p:txBody>
      </p:sp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C62DDE40-8FBD-495C-9099-09AC3700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52775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Yerel CLI/TUI, sağlayıcı seçimi ve araç akışları kaynakta mevcut.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F576768-9C4B-40C0-9AC0-1A08E1F5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Doğrulama</a:t>
            </a:r>
          </a:p>
        </p:txBody>
      </p:sp>
      <p:sp>
        <p:nvSpPr>
          <p:cNvPr id="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CD0F146A-F366-41CE-A5E4-6DB282D0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10025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Uçtan uca doğrulama ve performans ölçümü yapılmadı.</a:t>
            </a:r>
          </a:p>
        </p:txBody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9EE6C38D-53B6-4C74-8BC3-4C09AA2B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Güvenlik</a:t>
            </a:r>
          </a:p>
        </p:txBody>
      </p:sp>
      <p:sp>
        <p:nvSpPr>
          <p:cNvPr id="1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EE83ED88-39F3-4191-AEB1-9E6B182B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67275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Standart güvenlik taraması tamamlanmadı. Ayrıca ele alınmalı.</a:t>
            </a:r>
          </a:p>
        </p:txBody>
      </p:sp>
    </p:spTree>
    <p:extLst>
      <p:ext uri="{BB962C8B-B14F-4D97-AF65-F5344CB8AC3E}">
        <p14:creationId xmlns:p14="http://schemas.microsoft.com/office/powerpoint/2010/main" val="15208283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8F4DBCF2-DC55-48A7-9E71-D62E2291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ÖNERİ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B62DE726-08E6-482B-9397-64DBA564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Önerilen pilot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AF48F238-D851-4587-BD3D-071AD4B5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0F1E5237-45EB-4FEA-B033-76182F02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A94357F-801A-4EB1-AE88-7E70BB7B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Sınırlı bir ekip ve açıkça tanımlanmış işler ile değerlendirme</a:t>
            </a:r>
          </a:p>
        </p:txBody>
      </p:sp>
      <p:sp>
        <p:nvSpPr>
          <p:cNvPr id="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1F50C501-BC4E-4E5B-AB60-2D2CF4C9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480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B8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2B8ABB88-1713-41C7-AE59-7B97DB24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0480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Kapsam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5E3E47C8-2EB7-4C3F-B6FE-0BF957FB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57525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Uygun çalışma alanları ve izin verilen görevler belirlenir.</a:t>
            </a:r>
          </a:p>
        </p:txBody>
      </p:sp>
      <p:sp>
        <p:nvSpPr>
          <p:cNvPr id="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961B034-9421-4BC2-A2FF-54524EB2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052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B8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84D66BB7-9114-47BC-A514-6081FB65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90525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Kontrol</a:t>
            </a:r>
          </a:p>
        </p:txBody>
      </p:sp>
      <p:sp>
        <p:nvSpPr>
          <p:cNvPr id="1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293DBBFD-AB11-450C-9C14-76608E50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14775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Sağlayıcı, veri paylaşımı ve YOLO kullanımı için kurallar yazılır.</a:t>
            </a:r>
          </a:p>
        </p:txBody>
      </p:sp>
      <p:sp>
        <p:nvSpPr>
          <p:cNvPr id="1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4843EBD-EBB3-4F47-A935-A3864314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625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B8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AE78A9E7-1245-4E2E-AB44-6FED8144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7625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Değerlendirme</a:t>
            </a:r>
          </a:p>
        </p:txBody>
      </p:sp>
      <p:sp>
        <p:nvSpPr>
          <p:cNvPr id="1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55D4C2C4-EA85-4EEC-9B60-920943CA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72025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Deneyimler ve gerçekleşen maliyetler pilot sonunda gözden geçirilir.</a:t>
            </a:r>
          </a:p>
        </p:txBody>
      </p:sp>
    </p:spTree>
    <p:extLst>
      <p:ext uri="{BB962C8B-B14F-4D97-AF65-F5344CB8AC3E}">
        <p14:creationId xmlns:p14="http://schemas.microsoft.com/office/powerpoint/2010/main" val="3225830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BF910843-9CCE-4C0B-B730-58B8E8BE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ÖNERİ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B22269BC-5A49-4AC0-BF26-470133F9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Yönetim kararı ve sonraki adımlar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F2761936-BDB7-41CA-B882-DDD5C759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8713360-5A25-42A3-897C-3E905875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ED5F444B-9D58-4ED0-9703-E0BDD3E0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Pilot kapsamı ve sorumlu ekip için karar</a:t>
            </a:r>
          </a:p>
        </p:txBody>
      </p:sp>
      <p:sp>
        <p:nvSpPr>
          <p:cNvPr id="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7CBF67B8-5C3A-4665-9C84-2591DC07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Karar</a:t>
            </a:r>
          </a:p>
        </p:txBody>
      </p:sp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C1A555E6-CFB6-4A0B-811E-DD1CC147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67050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Sınırlı bir pilotun başlatılmasına yönelik yetki.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7229BE4-0E41-4820-AB56-298283C9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Ön koşul</a:t>
            </a:r>
          </a:p>
        </p:txBody>
      </p:sp>
      <p:sp>
        <p:nvSpPr>
          <p:cNvPr id="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8FD18453-4F9B-4C7C-A264-A83801EC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05250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Veri, güvenlik ve sağlayıcı kullanım kurallarının netleşmesi.</a:t>
            </a:r>
          </a:p>
        </p:txBody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EE405C24-B3A4-4B20-8D2B-D6C85568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Çıktı</a:t>
            </a:r>
          </a:p>
        </p:txBody>
      </p:sp>
      <p:sp>
        <p:nvSpPr>
          <p:cNvPr id="1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BB045914-5096-43BC-88CB-E6A3E93A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43450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Pilot sonunda devam, değişiklik veya durdurma değerlendirmesi.</a:t>
            </a:r>
          </a:p>
        </p:txBody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B44D5CA8-925D-4E72-9CD8-2EA15638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91125"/>
            <a:ext cx="1095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5EACCD22-7FB2-44FB-8B34-BD3C8A67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2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Önerilen yol haritası</a:t>
            </a:r>
          </a:p>
        </p:txBody>
      </p:sp>
      <p:sp>
        <p:nvSpPr>
          <p:cNvPr id="1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A39051CB-1368-45FA-B8F2-05F2C536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81625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E7D1"/>
                </a:solidFill>
                <a:latin typeface="Arial"/>
                <a:ea typeface="Arial"/>
                <a:cs typeface="Arial"/>
              </a:rPr>
              <a:t>Pilot hazırlığı, kontrollü kullanım ve sonuç değerlendirmesi.</a:t>
            </a:r>
          </a:p>
        </p:txBody>
      </p:sp>
    </p:spTree>
    <p:extLst>
      <p:ext uri="{BB962C8B-B14F-4D97-AF65-F5344CB8AC3E}">
        <p14:creationId xmlns:p14="http://schemas.microsoft.com/office/powerpoint/2010/main" val="16255465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2026-10-27T00:56:45.2590000Z</dcterms:created>
  <dcterms:modified xsi:type="dcterms:W3CDTF">2026-10-27T00:56:45.2590000Z</dcterms:modified>
</coreProperties>
</file>